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70" r:id="rId12"/>
    <p:sldId id="271" r:id="rId13"/>
    <p:sldId id="264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414BF-E608-4EC0-867D-BD645A90BDA6}" v="2" dt="2026-04-13T08:49:14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Prajapati" userId="5af3b0844e93be39" providerId="LiveId" clId="{CA00A985-30C5-4F03-9A9A-D7EA60C46521}"/>
    <pc:docChg chg="undo custSel addSld delSld modSld">
      <pc:chgData name="Shivam Prajapati" userId="5af3b0844e93be39" providerId="LiveId" clId="{CA00A985-30C5-4F03-9A9A-D7EA60C46521}" dt="2026-04-13T09:00:59.996" v="1405" actId="313"/>
      <pc:docMkLst>
        <pc:docMk/>
      </pc:docMkLst>
      <pc:sldChg chg="addSp delSp modSp mod">
        <pc:chgData name="Shivam Prajapati" userId="5af3b0844e93be39" providerId="LiveId" clId="{CA00A985-30C5-4F03-9A9A-D7EA60C46521}" dt="2026-04-13T08:45:15.688" v="1365" actId="1076"/>
        <pc:sldMkLst>
          <pc:docMk/>
          <pc:sldMk cId="0" sldId="256"/>
        </pc:sldMkLst>
        <pc:spChg chg="mod">
          <ac:chgData name="Shivam Prajapati" userId="5af3b0844e93be39" providerId="LiveId" clId="{CA00A985-30C5-4F03-9A9A-D7EA60C46521}" dt="2026-04-10T14:18:26.118" v="124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ivam Prajapati" userId="5af3b0844e93be39" providerId="LiveId" clId="{CA00A985-30C5-4F03-9A9A-D7EA60C46521}" dt="2026-04-10T14:18:41.894" v="1244" actId="255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hivam Prajapati" userId="5af3b0844e93be39" providerId="LiveId" clId="{CA00A985-30C5-4F03-9A9A-D7EA60C46521}" dt="2026-04-10T14:19:47.211" v="1249" actId="1076"/>
          <ac:spMkLst>
            <pc:docMk/>
            <pc:sldMk cId="0" sldId="256"/>
            <ac:spMk id="7" creationId="{EEEAD570-B211-B141-D6B9-2CDB56D7DFB2}"/>
          </ac:spMkLst>
        </pc:spChg>
        <pc:spChg chg="add mod">
          <ac:chgData name="Shivam Prajapati" userId="5af3b0844e93be39" providerId="LiveId" clId="{CA00A985-30C5-4F03-9A9A-D7EA60C46521}" dt="2026-04-13T08:45:15.688" v="1365" actId="1076"/>
          <ac:spMkLst>
            <pc:docMk/>
            <pc:sldMk cId="0" sldId="256"/>
            <ac:spMk id="9" creationId="{80475FE6-2EBB-43F9-FF1A-C92A96D3BCE3}"/>
          </ac:spMkLst>
        </pc:spChg>
        <pc:spChg chg="add mod">
          <ac:chgData name="Shivam Prajapati" userId="5af3b0844e93be39" providerId="LiveId" clId="{CA00A985-30C5-4F03-9A9A-D7EA60C46521}" dt="2026-04-10T14:20:08.304" v="1251" actId="255"/>
          <ac:spMkLst>
            <pc:docMk/>
            <pc:sldMk cId="0" sldId="256"/>
            <ac:spMk id="11" creationId="{0AB4EDB9-03E3-FF03-99E9-D7B4791F0FC1}"/>
          </ac:spMkLst>
        </pc:spChg>
        <pc:picChg chg="mod">
          <ac:chgData name="Shivam Prajapati" userId="5af3b0844e93be39" providerId="LiveId" clId="{CA00A985-30C5-4F03-9A9A-D7EA60C46521}" dt="2026-04-10T11:06:07.571" v="1117" actId="1076"/>
          <ac:picMkLst>
            <pc:docMk/>
            <pc:sldMk cId="0" sldId="256"/>
            <ac:picMk id="5" creationId="{00000000-0000-0000-0000-000000000000}"/>
          </ac:picMkLst>
        </pc:picChg>
      </pc:sldChg>
      <pc:sldChg chg="addSp modSp mod">
        <pc:chgData name="Shivam Prajapati" userId="5af3b0844e93be39" providerId="LiveId" clId="{CA00A985-30C5-4F03-9A9A-D7EA60C46521}" dt="2026-04-10T06:40:01.427" v="170" actId="255"/>
        <pc:sldMkLst>
          <pc:docMk/>
          <pc:sldMk cId="0" sldId="258"/>
        </pc:sldMkLst>
        <pc:spChg chg="mod">
          <ac:chgData name="Shivam Prajapati" userId="5af3b0844e93be39" providerId="LiveId" clId="{CA00A985-30C5-4F03-9A9A-D7EA60C46521}" dt="2026-04-10T06:31:16.128" v="99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ivam Prajapati" userId="5af3b0844e93be39" providerId="LiveId" clId="{CA00A985-30C5-4F03-9A9A-D7EA60C46521}" dt="2026-04-10T06:40:01.427" v="170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hivam Prajapati" userId="5af3b0844e93be39" providerId="LiveId" clId="{CA00A985-30C5-4F03-9A9A-D7EA60C46521}" dt="2026-04-10T06:42:37.490" v="191" actId="113"/>
        <pc:sldMkLst>
          <pc:docMk/>
          <pc:sldMk cId="3795444410" sldId="259"/>
        </pc:sldMkLst>
        <pc:spChg chg="mod">
          <ac:chgData name="Shivam Prajapati" userId="5af3b0844e93be39" providerId="LiveId" clId="{CA00A985-30C5-4F03-9A9A-D7EA60C46521}" dt="2026-04-10T06:40:34.582" v="172" actId="2711"/>
          <ac:spMkLst>
            <pc:docMk/>
            <pc:sldMk cId="3795444410" sldId="259"/>
            <ac:spMk id="2" creationId="{8BD259E3-8475-1EA1-7A22-69F2989E02BE}"/>
          </ac:spMkLst>
        </pc:spChg>
        <pc:spChg chg="mod">
          <ac:chgData name="Shivam Prajapati" userId="5af3b0844e93be39" providerId="LiveId" clId="{CA00A985-30C5-4F03-9A9A-D7EA60C46521}" dt="2026-04-10T06:42:37.490" v="191" actId="113"/>
          <ac:spMkLst>
            <pc:docMk/>
            <pc:sldMk cId="3795444410" sldId="259"/>
            <ac:spMk id="3" creationId="{A1DBBE98-684C-A5B4-EF8C-983F74C0F534}"/>
          </ac:spMkLst>
        </pc:spChg>
      </pc:sldChg>
      <pc:sldChg chg="addSp delSp modSp mod">
        <pc:chgData name="Shivam Prajapati" userId="5af3b0844e93be39" providerId="LiveId" clId="{CA00A985-30C5-4F03-9A9A-D7EA60C46521}" dt="2026-04-13T08:49:35.436" v="1369" actId="1076"/>
        <pc:sldMkLst>
          <pc:docMk/>
          <pc:sldMk cId="3002202489" sldId="260"/>
        </pc:sldMkLst>
        <pc:spChg chg="mod">
          <ac:chgData name="Shivam Prajapati" userId="5af3b0844e93be39" providerId="LiveId" clId="{CA00A985-30C5-4F03-9A9A-D7EA60C46521}" dt="2026-04-10T08:59:43.559" v="388" actId="255"/>
          <ac:spMkLst>
            <pc:docMk/>
            <pc:sldMk cId="3002202489" sldId="260"/>
            <ac:spMk id="2" creationId="{6BD5CA94-A1B7-679A-593A-58BB6FBC0F42}"/>
          </ac:spMkLst>
        </pc:spChg>
        <pc:spChg chg="mod">
          <ac:chgData name="Shivam Prajapati" userId="5af3b0844e93be39" providerId="LiveId" clId="{CA00A985-30C5-4F03-9A9A-D7EA60C46521}" dt="2026-04-10T07:05:11.416" v="255" actId="27636"/>
          <ac:spMkLst>
            <pc:docMk/>
            <pc:sldMk cId="3002202489" sldId="260"/>
            <ac:spMk id="3" creationId="{3F167786-E93E-7FC6-4231-48C3B735E630}"/>
          </ac:spMkLst>
        </pc:spChg>
        <pc:spChg chg="add del mod">
          <ac:chgData name="Shivam Prajapati" userId="5af3b0844e93be39" providerId="LiveId" clId="{CA00A985-30C5-4F03-9A9A-D7EA60C46521}" dt="2026-04-13T08:49:07.317" v="1366" actId="478"/>
          <ac:spMkLst>
            <pc:docMk/>
            <pc:sldMk cId="3002202489" sldId="260"/>
            <ac:spMk id="5" creationId="{36C6C3E7-301E-A489-4832-6AD2B0275EF6}"/>
          </ac:spMkLst>
        </pc:spChg>
        <pc:spChg chg="add mod">
          <ac:chgData name="Shivam Prajapati" userId="5af3b0844e93be39" providerId="LiveId" clId="{CA00A985-30C5-4F03-9A9A-D7EA60C46521}" dt="2026-04-13T08:49:35.436" v="1369" actId="1076"/>
          <ac:spMkLst>
            <pc:docMk/>
            <pc:sldMk cId="3002202489" sldId="260"/>
            <ac:spMk id="6" creationId="{3A15C2D6-8223-9B76-FD68-D19089193DCA}"/>
          </ac:spMkLst>
        </pc:spChg>
        <pc:picChg chg="mod">
          <ac:chgData name="Shivam Prajapati" userId="5af3b0844e93be39" providerId="LiveId" clId="{CA00A985-30C5-4F03-9A9A-D7EA60C46521}" dt="2026-04-10T06:52:39.529" v="240" actId="1076"/>
          <ac:picMkLst>
            <pc:docMk/>
            <pc:sldMk cId="3002202489" sldId="260"/>
            <ac:picMk id="4" creationId="{EE891B4D-0338-375B-20C5-A4A95F220A86}"/>
          </ac:picMkLst>
        </pc:picChg>
        <pc:picChg chg="add mod">
          <ac:chgData name="Shivam Prajapati" userId="5af3b0844e93be39" providerId="LiveId" clId="{CA00A985-30C5-4F03-9A9A-D7EA60C46521}" dt="2026-04-13T08:49:14.940" v="1367" actId="1076"/>
          <ac:picMkLst>
            <pc:docMk/>
            <pc:sldMk cId="3002202489" sldId="260"/>
            <ac:picMk id="2051" creationId="{6D92A8CC-3072-7A02-7F14-4CC91ADEE650}"/>
          </ac:picMkLst>
        </pc:picChg>
      </pc:sldChg>
      <pc:sldChg chg="modSp mod">
        <pc:chgData name="Shivam Prajapati" userId="5af3b0844e93be39" providerId="LiveId" clId="{CA00A985-30C5-4F03-9A9A-D7EA60C46521}" dt="2026-04-13T08:50:35.685" v="1370" actId="12"/>
        <pc:sldMkLst>
          <pc:docMk/>
          <pc:sldMk cId="3368237835" sldId="261"/>
        </pc:sldMkLst>
        <pc:spChg chg="mod">
          <ac:chgData name="Shivam Prajapati" userId="5af3b0844e93be39" providerId="LiveId" clId="{CA00A985-30C5-4F03-9A9A-D7EA60C46521}" dt="2026-04-10T09:00:06.676" v="390" actId="2711"/>
          <ac:spMkLst>
            <pc:docMk/>
            <pc:sldMk cId="3368237835" sldId="261"/>
            <ac:spMk id="2" creationId="{8C1FB080-8A67-B3F4-33DF-42350D960632}"/>
          </ac:spMkLst>
        </pc:spChg>
        <pc:spChg chg="mod">
          <ac:chgData name="Shivam Prajapati" userId="5af3b0844e93be39" providerId="LiveId" clId="{CA00A985-30C5-4F03-9A9A-D7EA60C46521}" dt="2026-04-13T08:50:35.685" v="1370" actId="12"/>
          <ac:spMkLst>
            <pc:docMk/>
            <pc:sldMk cId="3368237835" sldId="261"/>
            <ac:spMk id="3" creationId="{46C74D16-14DD-63CE-F325-177BB5A7E0AA}"/>
          </ac:spMkLst>
        </pc:spChg>
      </pc:sldChg>
      <pc:sldChg chg="modSp mod">
        <pc:chgData name="Shivam Prajapati" userId="5af3b0844e93be39" providerId="LiveId" clId="{CA00A985-30C5-4F03-9A9A-D7EA60C46521}" dt="2026-04-10T09:15:01.035" v="449" actId="20577"/>
        <pc:sldMkLst>
          <pc:docMk/>
          <pc:sldMk cId="2115476743" sldId="262"/>
        </pc:sldMkLst>
        <pc:spChg chg="mod">
          <ac:chgData name="Shivam Prajapati" userId="5af3b0844e93be39" providerId="LiveId" clId="{CA00A985-30C5-4F03-9A9A-D7EA60C46521}" dt="2026-04-10T09:15:01.035" v="449" actId="20577"/>
          <ac:spMkLst>
            <pc:docMk/>
            <pc:sldMk cId="2115476743" sldId="262"/>
            <ac:spMk id="2" creationId="{0BC38DD1-FE8B-FCFF-6BF2-68D75DFC6129}"/>
          </ac:spMkLst>
        </pc:spChg>
        <pc:spChg chg="mod">
          <ac:chgData name="Shivam Prajapati" userId="5af3b0844e93be39" providerId="LiveId" clId="{CA00A985-30C5-4F03-9A9A-D7EA60C46521}" dt="2026-04-10T09:14:10.816" v="443" actId="14100"/>
          <ac:spMkLst>
            <pc:docMk/>
            <pc:sldMk cId="2115476743" sldId="262"/>
            <ac:spMk id="3" creationId="{534CDEAF-8343-E037-CB0A-B6BA4B14B426}"/>
          </ac:spMkLst>
        </pc:spChg>
      </pc:sldChg>
      <pc:sldChg chg="addSp delSp modSp mod">
        <pc:chgData name="Shivam Prajapati" userId="5af3b0844e93be39" providerId="LiveId" clId="{CA00A985-30C5-4F03-9A9A-D7EA60C46521}" dt="2026-04-13T08:57:00.075" v="1398" actId="20577"/>
        <pc:sldMkLst>
          <pc:docMk/>
          <pc:sldMk cId="1664951173" sldId="263"/>
        </pc:sldMkLst>
        <pc:spChg chg="mod">
          <ac:chgData name="Shivam Prajapati" userId="5af3b0844e93be39" providerId="LiveId" clId="{CA00A985-30C5-4F03-9A9A-D7EA60C46521}" dt="2026-04-10T09:51:56.535" v="734" actId="255"/>
          <ac:spMkLst>
            <pc:docMk/>
            <pc:sldMk cId="1664951173" sldId="263"/>
            <ac:spMk id="2" creationId="{46305EF1-F5B9-B995-EEB0-94A429489E4E}"/>
          </ac:spMkLst>
        </pc:spChg>
        <pc:spChg chg="mod">
          <ac:chgData name="Shivam Prajapati" userId="5af3b0844e93be39" providerId="LiveId" clId="{CA00A985-30C5-4F03-9A9A-D7EA60C46521}" dt="2026-04-10T09:50:14.160" v="731" actId="14100"/>
          <ac:spMkLst>
            <pc:docMk/>
            <pc:sldMk cId="1664951173" sldId="263"/>
            <ac:spMk id="3" creationId="{BC69704A-45E0-7FBC-F514-3353D27C1BE8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6" creationId="{4B69969A-7D35-4875-1C27-38B19DEC9096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7" creationId="{D8249049-3C7C-53A9-CE7E-8BB600158B6C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13" creationId="{A0FC96A8-B8C0-9312-4641-5346D2059F11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14" creationId="{3D405202-B0E5-F6E8-E914-58B30CC07855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24" creationId="{DA347489-CFF9-A7AC-EB35-C07A990E45AE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26" creationId="{92A5D108-F935-368B-6B45-DA4971A0D3EE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27" creationId="{9DE54A50-17F2-BDAB-6ED6-805329E0F095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28" creationId="{8C9F140E-A00C-1958-9E57-77F4BA8A270F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29" creationId="{3BBF030F-2667-FB70-DF9A-D6412E70918E}"/>
          </ac:spMkLst>
        </pc:spChg>
        <pc:spChg chg="mod">
          <ac:chgData name="Shivam Prajapati" userId="5af3b0844e93be39" providerId="LiveId" clId="{CA00A985-30C5-4F03-9A9A-D7EA60C46521}" dt="2026-04-10T09:42:54.381" v="671"/>
          <ac:spMkLst>
            <pc:docMk/>
            <pc:sldMk cId="1664951173" sldId="263"/>
            <ac:spMk id="30" creationId="{0AF0E564-270F-37A2-EF84-50CF186FBE45}"/>
          </ac:spMkLst>
        </pc:spChg>
        <pc:spChg chg="add mod">
          <ac:chgData name="Shivam Prajapati" userId="5af3b0844e93be39" providerId="LiveId" clId="{CA00A985-30C5-4F03-9A9A-D7EA60C46521}" dt="2026-04-10T09:45:15.350" v="682" actId="14100"/>
          <ac:spMkLst>
            <pc:docMk/>
            <pc:sldMk cId="1664951173" sldId="263"/>
            <ac:spMk id="34" creationId="{CA43F3AE-D41A-76B3-6DFC-1493969A1447}"/>
          </ac:spMkLst>
        </pc:spChg>
        <pc:spChg chg="add mod">
          <ac:chgData name="Shivam Prajapati" userId="5af3b0844e93be39" providerId="LiveId" clId="{CA00A985-30C5-4F03-9A9A-D7EA60C46521}" dt="2026-04-10T09:56:21.410" v="739" actId="1076"/>
          <ac:spMkLst>
            <pc:docMk/>
            <pc:sldMk cId="1664951173" sldId="263"/>
            <ac:spMk id="36" creationId="{D2B68BC1-38D8-2CA8-563F-40DB9A1E99E7}"/>
          </ac:spMkLst>
        </pc:spChg>
        <pc:spChg chg="add mod">
          <ac:chgData name="Shivam Prajapati" userId="5af3b0844e93be39" providerId="LiveId" clId="{CA00A985-30C5-4F03-9A9A-D7EA60C46521}" dt="2026-04-13T08:57:00.075" v="1398" actId="20577"/>
          <ac:spMkLst>
            <pc:docMk/>
            <pc:sldMk cId="1664951173" sldId="263"/>
            <ac:spMk id="40" creationId="{4DF4CDC8-4DF0-FAB4-E10C-0838EEAE0257}"/>
          </ac:spMkLst>
        </pc:spChg>
        <pc:grpChg chg="mod">
          <ac:chgData name="Shivam Prajapati" userId="5af3b0844e93be39" providerId="LiveId" clId="{CA00A985-30C5-4F03-9A9A-D7EA60C46521}" dt="2026-04-10T09:47:55.037" v="722" actId="14100"/>
          <ac:grpSpMkLst>
            <pc:docMk/>
            <pc:sldMk cId="1664951173" sldId="263"/>
            <ac:grpSpMk id="5" creationId="{E8BFB131-1CDD-6B56-71F5-C640AF02DB0D}"/>
          </ac:grpSpMkLst>
        </pc:grpChg>
        <pc:graphicFrameChg chg="add mod modGraphic">
          <ac:chgData name="Shivam Prajapati" userId="5af3b0844e93be39" providerId="LiveId" clId="{CA00A985-30C5-4F03-9A9A-D7EA60C46521}" dt="2026-04-10T09:57:19.451" v="742" actId="207"/>
          <ac:graphicFrameMkLst>
            <pc:docMk/>
            <pc:sldMk cId="1664951173" sldId="263"/>
            <ac:graphicFrameMk id="37" creationId="{21FA9458-9BC0-CCBD-4C52-9E217A520120}"/>
          </ac:graphicFrameMkLst>
        </pc:graphicFrameChg>
      </pc:sldChg>
      <pc:sldChg chg="modSp mod">
        <pc:chgData name="Shivam Prajapati" userId="5af3b0844e93be39" providerId="LiveId" clId="{CA00A985-30C5-4F03-9A9A-D7EA60C46521}" dt="2026-04-10T10:34:32.235" v="957" actId="255"/>
        <pc:sldMkLst>
          <pc:docMk/>
          <pc:sldMk cId="4044246913" sldId="264"/>
        </pc:sldMkLst>
        <pc:spChg chg="mod">
          <ac:chgData name="Shivam Prajapati" userId="5af3b0844e93be39" providerId="LiveId" clId="{CA00A985-30C5-4F03-9A9A-D7EA60C46521}" dt="2026-04-10T10:34:32.235" v="957" actId="255"/>
          <ac:spMkLst>
            <pc:docMk/>
            <pc:sldMk cId="4044246913" sldId="264"/>
            <ac:spMk id="3" creationId="{6A95EFBB-EA43-E708-7935-0963BD2865DA}"/>
          </ac:spMkLst>
        </pc:spChg>
        <pc:picChg chg="mod">
          <ac:chgData name="Shivam Prajapati" userId="5af3b0844e93be39" providerId="LiveId" clId="{CA00A985-30C5-4F03-9A9A-D7EA60C46521}" dt="2026-04-10T10:34:01.923" v="953" actId="1076"/>
          <ac:picMkLst>
            <pc:docMk/>
            <pc:sldMk cId="4044246913" sldId="264"/>
            <ac:picMk id="4" creationId="{0A739B26-CED1-BB41-57AE-DA1A0EC9A553}"/>
          </ac:picMkLst>
        </pc:picChg>
      </pc:sldChg>
      <pc:sldChg chg="modSp mod">
        <pc:chgData name="Shivam Prajapati" userId="5af3b0844e93be39" providerId="LiveId" clId="{CA00A985-30C5-4F03-9A9A-D7EA60C46521}" dt="2026-04-13T08:44:12.080" v="1364" actId="5793"/>
        <pc:sldMkLst>
          <pc:docMk/>
          <pc:sldMk cId="3429819450" sldId="265"/>
        </pc:sldMkLst>
        <pc:spChg chg="mod">
          <ac:chgData name="Shivam Prajapati" userId="5af3b0844e93be39" providerId="LiveId" clId="{CA00A985-30C5-4F03-9A9A-D7EA60C46521}" dt="2026-04-13T08:44:12.080" v="1364" actId="5793"/>
          <ac:spMkLst>
            <pc:docMk/>
            <pc:sldMk cId="3429819450" sldId="265"/>
            <ac:spMk id="3" creationId="{96BECECE-7E6C-6FB3-7B7D-79417927EA4D}"/>
          </ac:spMkLst>
        </pc:spChg>
      </pc:sldChg>
      <pc:sldChg chg="modSp mod">
        <pc:chgData name="Shivam Prajapati" userId="5af3b0844e93be39" providerId="LiveId" clId="{CA00A985-30C5-4F03-9A9A-D7EA60C46521}" dt="2026-04-10T11:03:00.605" v="1105" actId="255"/>
        <pc:sldMkLst>
          <pc:docMk/>
          <pc:sldMk cId="3715209513" sldId="266"/>
        </pc:sldMkLst>
        <pc:spChg chg="mod">
          <ac:chgData name="Shivam Prajapati" userId="5af3b0844e93be39" providerId="LiveId" clId="{CA00A985-30C5-4F03-9A9A-D7EA60C46521}" dt="2026-04-10T11:03:00.605" v="1105" actId="255"/>
          <ac:spMkLst>
            <pc:docMk/>
            <pc:sldMk cId="3715209513" sldId="266"/>
            <ac:spMk id="3" creationId="{B63455DF-C4B2-A682-B4EC-9A7198095A9D}"/>
          </ac:spMkLst>
        </pc:spChg>
      </pc:sldChg>
      <pc:sldChg chg="delSp modSp mod">
        <pc:chgData name="Shivam Prajapati" userId="5af3b0844e93be39" providerId="LiveId" clId="{CA00A985-30C5-4F03-9A9A-D7EA60C46521}" dt="2026-04-10T14:39:13.863" v="1254" actId="14100"/>
        <pc:sldMkLst>
          <pc:docMk/>
          <pc:sldMk cId="4054659210" sldId="267"/>
        </pc:sldMkLst>
        <pc:spChg chg="mod">
          <ac:chgData name="Shivam Prajapati" userId="5af3b0844e93be39" providerId="LiveId" clId="{CA00A985-30C5-4F03-9A9A-D7EA60C46521}" dt="2026-04-10T14:39:13.863" v="1254" actId="14100"/>
          <ac:spMkLst>
            <pc:docMk/>
            <pc:sldMk cId="4054659210" sldId="267"/>
            <ac:spMk id="3" creationId="{948AC15F-A7E2-F31F-4A53-A09C7E20B0FC}"/>
          </ac:spMkLst>
        </pc:spChg>
      </pc:sldChg>
      <pc:sldChg chg="addSp delSp modSp new mod">
        <pc:chgData name="Shivam Prajapati" userId="5af3b0844e93be39" providerId="LiveId" clId="{CA00A985-30C5-4F03-9A9A-D7EA60C46521}" dt="2026-04-13T08:54:42.893" v="1378" actId="20577"/>
        <pc:sldMkLst>
          <pc:docMk/>
          <pc:sldMk cId="3932912788" sldId="268"/>
        </pc:sldMkLst>
        <pc:spChg chg="mod">
          <ac:chgData name="Shivam Prajapati" userId="5af3b0844e93be39" providerId="LiveId" clId="{CA00A985-30C5-4F03-9A9A-D7EA60C46521}" dt="2026-04-10T09:24:55.836" v="506" actId="207"/>
          <ac:spMkLst>
            <pc:docMk/>
            <pc:sldMk cId="3932912788" sldId="268"/>
            <ac:spMk id="2" creationId="{14B69E24-4B7A-99F7-20CA-C05551C1394D}"/>
          </ac:spMkLst>
        </pc:spChg>
        <pc:spChg chg="add mod">
          <ac:chgData name="Shivam Prajapati" userId="5af3b0844e93be39" providerId="LiveId" clId="{CA00A985-30C5-4F03-9A9A-D7EA60C46521}" dt="2026-04-10T09:17:49.872" v="459" actId="1076"/>
          <ac:spMkLst>
            <pc:docMk/>
            <pc:sldMk cId="3932912788" sldId="268"/>
            <ac:spMk id="8" creationId="{25F9C411-5D03-26EA-8176-46C2E0F98F9D}"/>
          </ac:spMkLst>
        </pc:spChg>
        <pc:spChg chg="add mod">
          <ac:chgData name="Shivam Prajapati" userId="5af3b0844e93be39" providerId="LiveId" clId="{CA00A985-30C5-4F03-9A9A-D7EA60C46521}" dt="2026-04-10T09:18:05.867" v="461" actId="1076"/>
          <ac:spMkLst>
            <pc:docMk/>
            <pc:sldMk cId="3932912788" sldId="268"/>
            <ac:spMk id="10" creationId="{A04D373E-221B-6EA4-9EE3-50B290147F5B}"/>
          </ac:spMkLst>
        </pc:spChg>
        <pc:spChg chg="add mod">
          <ac:chgData name="Shivam Prajapati" userId="5af3b0844e93be39" providerId="LiveId" clId="{CA00A985-30C5-4F03-9A9A-D7EA60C46521}" dt="2026-04-13T08:54:42.893" v="1378" actId="20577"/>
          <ac:spMkLst>
            <pc:docMk/>
            <pc:sldMk cId="3932912788" sldId="268"/>
            <ac:spMk id="12" creationId="{F2166FC9-3BF9-E6AE-C3AB-FB148DEE1965}"/>
          </ac:spMkLst>
        </pc:spChg>
        <pc:picChg chg="add mod">
          <ac:chgData name="Shivam Prajapati" userId="5af3b0844e93be39" providerId="LiveId" clId="{CA00A985-30C5-4F03-9A9A-D7EA60C46521}" dt="2026-04-10T09:04:16.955" v="425"/>
          <ac:picMkLst>
            <pc:docMk/>
            <pc:sldMk cId="3932912788" sldId="268"/>
            <ac:picMk id="4" creationId="{4032F53A-E575-0938-D714-18D78F2F3E62}"/>
          </ac:picMkLst>
        </pc:picChg>
        <pc:picChg chg="add mod">
          <ac:chgData name="Shivam Prajapati" userId="5af3b0844e93be39" providerId="LiveId" clId="{CA00A985-30C5-4F03-9A9A-D7EA60C46521}" dt="2026-04-10T09:17:42.535" v="458" actId="14100"/>
          <ac:picMkLst>
            <pc:docMk/>
            <pc:sldMk cId="3932912788" sldId="268"/>
            <ac:picMk id="5" creationId="{FF36A9D1-A383-C004-1880-2F8CA4AA0D93}"/>
          </ac:picMkLst>
        </pc:picChg>
        <pc:picChg chg="add mod">
          <ac:chgData name="Shivam Prajapati" userId="5af3b0844e93be39" providerId="LiveId" clId="{CA00A985-30C5-4F03-9A9A-D7EA60C46521}" dt="2026-04-10T09:17:55.831" v="460" actId="14100"/>
          <ac:picMkLst>
            <pc:docMk/>
            <pc:sldMk cId="3932912788" sldId="268"/>
            <ac:picMk id="6" creationId="{B18BEB50-28AB-E3CA-350B-9F5A6BC4885C}"/>
          </ac:picMkLst>
        </pc:picChg>
      </pc:sldChg>
      <pc:sldChg chg="addSp modSp new mod">
        <pc:chgData name="Shivam Prajapati" userId="5af3b0844e93be39" providerId="LiveId" clId="{CA00A985-30C5-4F03-9A9A-D7EA60C46521}" dt="2026-04-10T09:29:31.709" v="541" actId="123"/>
        <pc:sldMkLst>
          <pc:docMk/>
          <pc:sldMk cId="1167220253" sldId="269"/>
        </pc:sldMkLst>
        <pc:spChg chg="mod">
          <ac:chgData name="Shivam Prajapati" userId="5af3b0844e93be39" providerId="LiveId" clId="{CA00A985-30C5-4F03-9A9A-D7EA60C46521}" dt="2026-04-10T09:25:06.539" v="507" actId="207"/>
          <ac:spMkLst>
            <pc:docMk/>
            <pc:sldMk cId="1167220253" sldId="269"/>
            <ac:spMk id="2" creationId="{ABA99D87-58B5-8260-396F-63D1458F29E2}"/>
          </ac:spMkLst>
        </pc:spChg>
        <pc:spChg chg="add mod">
          <ac:chgData name="Shivam Prajapati" userId="5af3b0844e93be39" providerId="LiveId" clId="{CA00A985-30C5-4F03-9A9A-D7EA60C46521}" dt="2026-04-10T09:29:31.709" v="541" actId="123"/>
          <ac:spMkLst>
            <pc:docMk/>
            <pc:sldMk cId="1167220253" sldId="269"/>
            <ac:spMk id="6" creationId="{FD83325E-300E-DE15-332E-63325A11904B}"/>
          </ac:spMkLst>
        </pc:spChg>
        <pc:graphicFrameChg chg="add mod">
          <ac:chgData name="Shivam Prajapati" userId="5af3b0844e93be39" providerId="LiveId" clId="{CA00A985-30C5-4F03-9A9A-D7EA60C46521}" dt="2026-04-10T09:25:21.336" v="508" actId="1076"/>
          <ac:graphicFrameMkLst>
            <pc:docMk/>
            <pc:sldMk cId="1167220253" sldId="269"/>
            <ac:graphicFrameMk id="3" creationId="{E73C978B-2E56-57AE-39BC-5813842ED69C}"/>
          </ac:graphicFrameMkLst>
        </pc:graphicFrameChg>
        <pc:picChg chg="add mod">
          <ac:chgData name="Shivam Prajapati" userId="5af3b0844e93be39" providerId="LiveId" clId="{CA00A985-30C5-4F03-9A9A-D7EA60C46521}" dt="2026-04-10T09:23:07.106" v="485"/>
          <ac:picMkLst>
            <pc:docMk/>
            <pc:sldMk cId="1167220253" sldId="269"/>
            <ac:picMk id="4" creationId="{5DB2B9BB-3AED-4724-B6E2-9C084F7B8307}"/>
          </ac:picMkLst>
        </pc:picChg>
      </pc:sldChg>
      <pc:sldChg chg="addSp delSp modSp new mod">
        <pc:chgData name="Shivam Prajapati" userId="5af3b0844e93be39" providerId="LiveId" clId="{CA00A985-30C5-4F03-9A9A-D7EA60C46521}" dt="2026-04-13T09:00:16.158" v="1403" actId="14100"/>
        <pc:sldMkLst>
          <pc:docMk/>
          <pc:sldMk cId="3302192264" sldId="270"/>
        </pc:sldMkLst>
        <pc:spChg chg="mod">
          <ac:chgData name="Shivam Prajapati" userId="5af3b0844e93be39" providerId="LiveId" clId="{CA00A985-30C5-4F03-9A9A-D7EA60C46521}" dt="2026-04-10T10:13:52.485" v="820" actId="14100"/>
          <ac:spMkLst>
            <pc:docMk/>
            <pc:sldMk cId="3302192264" sldId="270"/>
            <ac:spMk id="2" creationId="{BF0B7C0A-5CEE-67CE-1B66-8BAD85DAE60C}"/>
          </ac:spMkLst>
        </pc:spChg>
        <pc:spChg chg="add del mod">
          <ac:chgData name="Shivam Prajapati" userId="5af3b0844e93be39" providerId="LiveId" clId="{CA00A985-30C5-4F03-9A9A-D7EA60C46521}" dt="2026-04-10T10:13:31.511" v="818" actId="20577"/>
          <ac:spMkLst>
            <pc:docMk/>
            <pc:sldMk cId="3302192264" sldId="270"/>
            <ac:spMk id="3" creationId="{6D856719-8BD1-7551-FCA3-55C09AFD1BE0}"/>
          </ac:spMkLst>
        </pc:spChg>
        <pc:spChg chg="add mod">
          <ac:chgData name="Shivam Prajapati" userId="5af3b0844e93be39" providerId="LiveId" clId="{CA00A985-30C5-4F03-9A9A-D7EA60C46521}" dt="2026-04-10T10:18:00.109" v="838" actId="1076"/>
          <ac:spMkLst>
            <pc:docMk/>
            <pc:sldMk cId="3302192264" sldId="270"/>
            <ac:spMk id="8" creationId="{A94BE617-FC27-EE75-130D-CA3E12276D9A}"/>
          </ac:spMkLst>
        </pc:spChg>
        <pc:graphicFrameChg chg="add mod modGraphic">
          <ac:chgData name="Shivam Prajapati" userId="5af3b0844e93be39" providerId="LiveId" clId="{CA00A985-30C5-4F03-9A9A-D7EA60C46521}" dt="2026-04-13T08:59:12.576" v="1400" actId="313"/>
          <ac:graphicFrameMkLst>
            <pc:docMk/>
            <pc:sldMk cId="3302192264" sldId="270"/>
            <ac:graphicFrameMk id="6" creationId="{05487A5D-31AD-5065-EFCC-9EE9076F4C4C}"/>
          </ac:graphicFrameMkLst>
        </pc:graphicFrameChg>
        <pc:picChg chg="add mod">
          <ac:chgData name="Shivam Prajapati" userId="5af3b0844e93be39" providerId="LiveId" clId="{CA00A985-30C5-4F03-9A9A-D7EA60C46521}" dt="2026-04-13T09:00:16.158" v="1403" actId="14100"/>
          <ac:picMkLst>
            <pc:docMk/>
            <pc:sldMk cId="3302192264" sldId="270"/>
            <ac:picMk id="4" creationId="{F89F440D-467D-8A2D-DD9A-AE7AC43C4F4A}"/>
          </ac:picMkLst>
        </pc:picChg>
      </pc:sldChg>
      <pc:sldChg chg="addSp modSp new mod">
        <pc:chgData name="Shivam Prajapati" userId="5af3b0844e93be39" providerId="LiveId" clId="{CA00A985-30C5-4F03-9A9A-D7EA60C46521}" dt="2026-04-13T09:00:59.996" v="1405" actId="313"/>
        <pc:sldMkLst>
          <pc:docMk/>
          <pc:sldMk cId="2350031" sldId="271"/>
        </pc:sldMkLst>
        <pc:spChg chg="mod">
          <ac:chgData name="Shivam Prajapati" userId="5af3b0844e93be39" providerId="LiveId" clId="{CA00A985-30C5-4F03-9A9A-D7EA60C46521}" dt="2026-04-10T10:23:30.170" v="856" actId="207"/>
          <ac:spMkLst>
            <pc:docMk/>
            <pc:sldMk cId="2350031" sldId="271"/>
            <ac:spMk id="2" creationId="{5775E209-9CF1-2AD3-B858-9EBAA27FDB4E}"/>
          </ac:spMkLst>
        </pc:spChg>
        <pc:spChg chg="mod">
          <ac:chgData name="Shivam Prajapati" userId="5af3b0844e93be39" providerId="LiveId" clId="{CA00A985-30C5-4F03-9A9A-D7EA60C46521}" dt="2026-04-13T09:00:59.996" v="1405" actId="313"/>
          <ac:spMkLst>
            <pc:docMk/>
            <pc:sldMk cId="2350031" sldId="271"/>
            <ac:spMk id="3" creationId="{28E9D426-C7B9-7B5A-586D-6EA96C4C40A4}"/>
          </ac:spMkLst>
        </pc:spChg>
        <pc:picChg chg="add mod">
          <ac:chgData name="Shivam Prajapati" userId="5af3b0844e93be39" providerId="LiveId" clId="{CA00A985-30C5-4F03-9A9A-D7EA60C46521}" dt="2026-04-10T10:23:42.995" v="857"/>
          <ac:picMkLst>
            <pc:docMk/>
            <pc:sldMk cId="2350031" sldId="271"/>
            <ac:picMk id="4" creationId="{5C2B40E2-A61D-E4BB-7CD0-94FB5661840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DD57B5-F36E-44AC-80A1-F8D23F121711}" type="doc">
      <dgm:prSet loTypeId="urn:microsoft.com/office/officeart/2005/8/layout/bProcess3" loCatId="process" qsTypeId="urn:microsoft.com/office/officeart/2005/8/quickstyle/3d2" qsCatId="3D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A7756544-742C-4664-B6EE-0C3062B785D8}">
      <dgm:prSet/>
      <dgm:spPr/>
      <dgm:t>
        <a:bodyPr/>
        <a:lstStyle/>
        <a:p>
          <a:r>
            <a:rPr lang="en-IN" b="1" i="0" baseline="0"/>
            <a:t>Grey water </a:t>
          </a:r>
          <a:endParaRPr lang="en-IN"/>
        </a:p>
      </dgm:t>
    </dgm:pt>
    <dgm:pt modelId="{3100C345-F693-4CB1-9F3A-66903B61DDB1}" type="parTrans" cxnId="{5F185B01-D5F0-48BB-BE99-2A6990B8EE0D}">
      <dgm:prSet/>
      <dgm:spPr/>
      <dgm:t>
        <a:bodyPr/>
        <a:lstStyle/>
        <a:p>
          <a:endParaRPr lang="en-IN"/>
        </a:p>
      </dgm:t>
    </dgm:pt>
    <dgm:pt modelId="{FF275E7B-9A11-49AE-80AD-22CC456DEA85}" type="sibTrans" cxnId="{5F185B01-D5F0-48BB-BE99-2A6990B8EE0D}">
      <dgm:prSet/>
      <dgm:spPr/>
      <dgm:t>
        <a:bodyPr/>
        <a:lstStyle/>
        <a:p>
          <a:endParaRPr lang="en-IN"/>
        </a:p>
      </dgm:t>
    </dgm:pt>
    <dgm:pt modelId="{E0BF0D5E-3706-4B86-B376-96FB02302009}">
      <dgm:prSet/>
      <dgm:spPr/>
      <dgm:t>
        <a:bodyPr/>
        <a:lstStyle/>
        <a:p>
          <a:r>
            <a:rPr lang="en-IN" b="1" i="0" baseline="0"/>
            <a:t>Bio filter </a:t>
          </a:r>
          <a:endParaRPr lang="en-IN"/>
        </a:p>
      </dgm:t>
    </dgm:pt>
    <dgm:pt modelId="{A6763BE9-69F7-41A0-B47D-FA26CC8A4487}" type="parTrans" cxnId="{961C10BC-D30C-4157-AD18-7FC149C4D9DE}">
      <dgm:prSet/>
      <dgm:spPr/>
      <dgm:t>
        <a:bodyPr/>
        <a:lstStyle/>
        <a:p>
          <a:endParaRPr lang="en-IN"/>
        </a:p>
      </dgm:t>
    </dgm:pt>
    <dgm:pt modelId="{B44AC82E-DD2A-4D60-AEC7-4920CEC89D98}" type="sibTrans" cxnId="{961C10BC-D30C-4157-AD18-7FC149C4D9DE}">
      <dgm:prSet/>
      <dgm:spPr/>
      <dgm:t>
        <a:bodyPr/>
        <a:lstStyle/>
        <a:p>
          <a:endParaRPr lang="en-IN"/>
        </a:p>
      </dgm:t>
    </dgm:pt>
    <dgm:pt modelId="{BFF73726-8486-4E25-96A2-6D7DA081BE2B}">
      <dgm:prSet/>
      <dgm:spPr/>
      <dgm:t>
        <a:bodyPr/>
        <a:lstStyle/>
        <a:p>
          <a:r>
            <a:rPr lang="en-US" b="1"/>
            <a:t>Filtered Water</a:t>
          </a:r>
          <a:endParaRPr lang="en-IN"/>
        </a:p>
      </dgm:t>
    </dgm:pt>
    <dgm:pt modelId="{6A618FCA-E0BA-44A5-851C-6A8BAA1DEF6D}" type="parTrans" cxnId="{B1DDC8A2-6B4A-4749-8A5D-92F49CF28A25}">
      <dgm:prSet/>
      <dgm:spPr/>
      <dgm:t>
        <a:bodyPr/>
        <a:lstStyle/>
        <a:p>
          <a:endParaRPr lang="en-IN"/>
        </a:p>
      </dgm:t>
    </dgm:pt>
    <dgm:pt modelId="{F0099E4D-68E1-4783-916A-8F3A7A0A1E65}" type="sibTrans" cxnId="{B1DDC8A2-6B4A-4749-8A5D-92F49CF28A25}">
      <dgm:prSet/>
      <dgm:spPr/>
      <dgm:t>
        <a:bodyPr/>
        <a:lstStyle/>
        <a:p>
          <a:endParaRPr lang="en-IN"/>
        </a:p>
      </dgm:t>
    </dgm:pt>
    <dgm:pt modelId="{36829D5F-E03A-407E-B770-2A66F067C6B5}">
      <dgm:prSet/>
      <dgm:spPr/>
      <dgm:t>
        <a:bodyPr/>
        <a:lstStyle/>
        <a:p>
          <a:r>
            <a:rPr lang="en-US" b="1"/>
            <a:t>Booster Pump</a:t>
          </a:r>
          <a:endParaRPr lang="en-IN"/>
        </a:p>
      </dgm:t>
    </dgm:pt>
    <dgm:pt modelId="{CB963A70-1E9B-4964-ACCB-3C8EB3D26329}" type="parTrans" cxnId="{2E90C895-8ECC-492B-9404-02AFF994D55E}">
      <dgm:prSet/>
      <dgm:spPr/>
      <dgm:t>
        <a:bodyPr/>
        <a:lstStyle/>
        <a:p>
          <a:endParaRPr lang="en-IN"/>
        </a:p>
      </dgm:t>
    </dgm:pt>
    <dgm:pt modelId="{52F0B2BC-A069-4EA1-95A3-690C01925138}" type="sibTrans" cxnId="{2E90C895-8ECC-492B-9404-02AFF994D55E}">
      <dgm:prSet/>
      <dgm:spPr/>
      <dgm:t>
        <a:bodyPr/>
        <a:lstStyle/>
        <a:p>
          <a:endParaRPr lang="en-IN"/>
        </a:p>
      </dgm:t>
    </dgm:pt>
    <dgm:pt modelId="{E4ECB4FE-30F6-4E36-9113-F5FF27436854}">
      <dgm:prSet/>
      <dgm:spPr/>
      <dgm:t>
        <a:bodyPr/>
        <a:lstStyle/>
        <a:p>
          <a:r>
            <a:rPr lang="en-US" b="1"/>
            <a:t>Sedimentation Filter</a:t>
          </a:r>
          <a:endParaRPr lang="en-IN"/>
        </a:p>
      </dgm:t>
    </dgm:pt>
    <dgm:pt modelId="{30365048-6F18-4171-98EB-D8529DC9F2BD}" type="parTrans" cxnId="{69547564-D435-4B4B-BCE5-8E5CE992FCA4}">
      <dgm:prSet/>
      <dgm:spPr/>
      <dgm:t>
        <a:bodyPr/>
        <a:lstStyle/>
        <a:p>
          <a:endParaRPr lang="en-IN"/>
        </a:p>
      </dgm:t>
    </dgm:pt>
    <dgm:pt modelId="{189CD2FF-42F8-49CA-A7F7-C041AD36A714}" type="sibTrans" cxnId="{69547564-D435-4B4B-BCE5-8E5CE992FCA4}">
      <dgm:prSet/>
      <dgm:spPr/>
      <dgm:t>
        <a:bodyPr/>
        <a:lstStyle/>
        <a:p>
          <a:endParaRPr lang="en-IN"/>
        </a:p>
      </dgm:t>
    </dgm:pt>
    <dgm:pt modelId="{7A79FD85-41B3-4E59-A6F7-E658989C0B91}">
      <dgm:prSet/>
      <dgm:spPr/>
      <dgm:t>
        <a:bodyPr/>
        <a:lstStyle/>
        <a:p>
          <a:r>
            <a:rPr lang="en-US" b="1"/>
            <a:t>Carbon Filter</a:t>
          </a:r>
          <a:endParaRPr lang="en-IN"/>
        </a:p>
      </dgm:t>
    </dgm:pt>
    <dgm:pt modelId="{4080EF29-8AAF-4A9D-8D4C-0384A6B2E7F1}" type="parTrans" cxnId="{CC57D9F9-9402-423D-9D92-6687AE9B0DAF}">
      <dgm:prSet/>
      <dgm:spPr/>
      <dgm:t>
        <a:bodyPr/>
        <a:lstStyle/>
        <a:p>
          <a:endParaRPr lang="en-IN"/>
        </a:p>
      </dgm:t>
    </dgm:pt>
    <dgm:pt modelId="{0A51EE97-E390-47C6-98AC-29FE2416780D}" type="sibTrans" cxnId="{CC57D9F9-9402-423D-9D92-6687AE9B0DAF}">
      <dgm:prSet/>
      <dgm:spPr/>
      <dgm:t>
        <a:bodyPr/>
        <a:lstStyle/>
        <a:p>
          <a:endParaRPr lang="en-IN"/>
        </a:p>
      </dgm:t>
    </dgm:pt>
    <dgm:pt modelId="{6E9B01FD-102D-43E5-8499-B5A59310A2F3}">
      <dgm:prSet/>
      <dgm:spPr/>
      <dgm:t>
        <a:bodyPr/>
        <a:lstStyle/>
        <a:p>
          <a:r>
            <a:rPr lang="en-US" b="1"/>
            <a:t>Mineral Cartridge Filter</a:t>
          </a:r>
          <a:endParaRPr lang="en-IN"/>
        </a:p>
      </dgm:t>
    </dgm:pt>
    <dgm:pt modelId="{191D9072-0F7E-462F-9747-7A97B59A0E67}" type="parTrans" cxnId="{8AAC20A0-5840-40FA-B60F-681D268F64B1}">
      <dgm:prSet/>
      <dgm:spPr/>
      <dgm:t>
        <a:bodyPr/>
        <a:lstStyle/>
        <a:p>
          <a:endParaRPr lang="en-IN"/>
        </a:p>
      </dgm:t>
    </dgm:pt>
    <dgm:pt modelId="{81B90C9C-BF6D-42F8-9341-A3329CF0EFCE}" type="sibTrans" cxnId="{8AAC20A0-5840-40FA-B60F-681D268F64B1}">
      <dgm:prSet/>
      <dgm:spPr/>
      <dgm:t>
        <a:bodyPr/>
        <a:lstStyle/>
        <a:p>
          <a:endParaRPr lang="en-IN"/>
        </a:p>
      </dgm:t>
    </dgm:pt>
    <dgm:pt modelId="{092B5D38-3A45-4307-BB4D-7FF35E0D5460}">
      <dgm:prSet/>
      <dgm:spPr/>
      <dgm:t>
        <a:bodyPr/>
        <a:lstStyle/>
        <a:p>
          <a:r>
            <a:rPr lang="en-US" b="1"/>
            <a:t>RO Filter</a:t>
          </a:r>
          <a:endParaRPr lang="en-IN"/>
        </a:p>
      </dgm:t>
    </dgm:pt>
    <dgm:pt modelId="{CAFBF1E8-4BD0-4D2F-923D-897A489F734D}" type="parTrans" cxnId="{6109DDC9-179F-4ABA-8D7C-F69B1D797B8A}">
      <dgm:prSet/>
      <dgm:spPr/>
      <dgm:t>
        <a:bodyPr/>
        <a:lstStyle/>
        <a:p>
          <a:endParaRPr lang="en-IN"/>
        </a:p>
      </dgm:t>
    </dgm:pt>
    <dgm:pt modelId="{BB00E71B-A51A-4609-BE90-A9E26063CB91}" type="sibTrans" cxnId="{6109DDC9-179F-4ABA-8D7C-F69B1D797B8A}">
      <dgm:prSet/>
      <dgm:spPr/>
      <dgm:t>
        <a:bodyPr/>
        <a:lstStyle/>
        <a:p>
          <a:endParaRPr lang="en-IN"/>
        </a:p>
      </dgm:t>
    </dgm:pt>
    <dgm:pt modelId="{7407B45C-300D-4758-B237-9F815254B512}">
      <dgm:prSet/>
      <dgm:spPr/>
      <dgm:t>
        <a:bodyPr/>
        <a:lstStyle/>
        <a:p>
          <a:r>
            <a:rPr lang="en-US" b="1"/>
            <a:t>UV Filter</a:t>
          </a:r>
          <a:endParaRPr lang="en-IN"/>
        </a:p>
      </dgm:t>
    </dgm:pt>
    <dgm:pt modelId="{3C028D16-B71B-4BDC-A429-E6024D91F4BC}" type="parTrans" cxnId="{D4CDDFBB-684B-43C0-B108-6AE70D392705}">
      <dgm:prSet/>
      <dgm:spPr/>
      <dgm:t>
        <a:bodyPr/>
        <a:lstStyle/>
        <a:p>
          <a:endParaRPr lang="en-IN"/>
        </a:p>
      </dgm:t>
    </dgm:pt>
    <dgm:pt modelId="{74A256E2-DA91-490C-BA41-9914C692600B}" type="sibTrans" cxnId="{D4CDDFBB-684B-43C0-B108-6AE70D392705}">
      <dgm:prSet/>
      <dgm:spPr/>
      <dgm:t>
        <a:bodyPr/>
        <a:lstStyle/>
        <a:p>
          <a:endParaRPr lang="en-IN"/>
        </a:p>
      </dgm:t>
    </dgm:pt>
    <dgm:pt modelId="{579CEA4C-F9DE-46F1-99DF-5073690CB8D7}">
      <dgm:prSet/>
      <dgm:spPr/>
      <dgm:t>
        <a:bodyPr/>
        <a:lstStyle/>
        <a:p>
          <a:r>
            <a:rPr lang="en-US" b="1" dirty="0"/>
            <a:t>Purified Water</a:t>
          </a:r>
          <a:endParaRPr lang="en-IN" dirty="0"/>
        </a:p>
      </dgm:t>
    </dgm:pt>
    <dgm:pt modelId="{EC268844-6ED1-4B51-A930-415FAC6682AD}" type="parTrans" cxnId="{69B03C78-6A2A-4A2A-B389-BAFE5FDA4D1A}">
      <dgm:prSet/>
      <dgm:spPr/>
      <dgm:t>
        <a:bodyPr/>
        <a:lstStyle/>
        <a:p>
          <a:endParaRPr lang="en-IN"/>
        </a:p>
      </dgm:t>
    </dgm:pt>
    <dgm:pt modelId="{EC3AAE2F-48B5-4667-8EA4-37B586CAF5FE}" type="sibTrans" cxnId="{69B03C78-6A2A-4A2A-B389-BAFE5FDA4D1A}">
      <dgm:prSet/>
      <dgm:spPr/>
      <dgm:t>
        <a:bodyPr/>
        <a:lstStyle/>
        <a:p>
          <a:endParaRPr lang="en-IN"/>
        </a:p>
      </dgm:t>
    </dgm:pt>
    <dgm:pt modelId="{04D898A9-D318-4AFB-AD5C-D8C3553DC0FA}" type="pres">
      <dgm:prSet presAssocID="{BEDD57B5-F36E-44AC-80A1-F8D23F121711}" presName="Name0" presStyleCnt="0">
        <dgm:presLayoutVars>
          <dgm:dir/>
          <dgm:resizeHandles val="exact"/>
        </dgm:presLayoutVars>
      </dgm:prSet>
      <dgm:spPr/>
    </dgm:pt>
    <dgm:pt modelId="{8742A7C3-3F93-4304-BAC2-F6BBB9830297}" type="pres">
      <dgm:prSet presAssocID="{A7756544-742C-4664-B6EE-0C3062B785D8}" presName="node" presStyleLbl="node1" presStyleIdx="0" presStyleCnt="10">
        <dgm:presLayoutVars>
          <dgm:bulletEnabled val="1"/>
        </dgm:presLayoutVars>
      </dgm:prSet>
      <dgm:spPr/>
    </dgm:pt>
    <dgm:pt modelId="{ABB37C37-C295-4A49-BC92-5EC6E78ECB26}" type="pres">
      <dgm:prSet presAssocID="{FF275E7B-9A11-49AE-80AD-22CC456DEA85}" presName="sibTrans" presStyleLbl="sibTrans1D1" presStyleIdx="0" presStyleCnt="9"/>
      <dgm:spPr/>
    </dgm:pt>
    <dgm:pt modelId="{DEFD068F-FB7D-43A5-B4CD-DAC31BA40A46}" type="pres">
      <dgm:prSet presAssocID="{FF275E7B-9A11-49AE-80AD-22CC456DEA85}" presName="connectorText" presStyleLbl="sibTrans1D1" presStyleIdx="0" presStyleCnt="9"/>
      <dgm:spPr/>
    </dgm:pt>
    <dgm:pt modelId="{775A3BA1-3DB5-4462-B36B-0662D64C7F5E}" type="pres">
      <dgm:prSet presAssocID="{E0BF0D5E-3706-4B86-B376-96FB02302009}" presName="node" presStyleLbl="node1" presStyleIdx="1" presStyleCnt="10">
        <dgm:presLayoutVars>
          <dgm:bulletEnabled val="1"/>
        </dgm:presLayoutVars>
      </dgm:prSet>
      <dgm:spPr/>
    </dgm:pt>
    <dgm:pt modelId="{B3080E8C-FDD5-4E4E-9D92-61C5A734CA70}" type="pres">
      <dgm:prSet presAssocID="{B44AC82E-DD2A-4D60-AEC7-4920CEC89D98}" presName="sibTrans" presStyleLbl="sibTrans1D1" presStyleIdx="1" presStyleCnt="9"/>
      <dgm:spPr/>
    </dgm:pt>
    <dgm:pt modelId="{FA4BBECD-F1CF-4DBC-96DD-603467F22196}" type="pres">
      <dgm:prSet presAssocID="{B44AC82E-DD2A-4D60-AEC7-4920CEC89D98}" presName="connectorText" presStyleLbl="sibTrans1D1" presStyleIdx="1" presStyleCnt="9"/>
      <dgm:spPr/>
    </dgm:pt>
    <dgm:pt modelId="{17BC7C65-A9F0-433F-89A0-0F3990DC9E27}" type="pres">
      <dgm:prSet presAssocID="{BFF73726-8486-4E25-96A2-6D7DA081BE2B}" presName="node" presStyleLbl="node1" presStyleIdx="2" presStyleCnt="10">
        <dgm:presLayoutVars>
          <dgm:bulletEnabled val="1"/>
        </dgm:presLayoutVars>
      </dgm:prSet>
      <dgm:spPr/>
    </dgm:pt>
    <dgm:pt modelId="{DBDFEB5F-C67C-4784-8711-F304DCFC4B17}" type="pres">
      <dgm:prSet presAssocID="{F0099E4D-68E1-4783-916A-8F3A7A0A1E65}" presName="sibTrans" presStyleLbl="sibTrans1D1" presStyleIdx="2" presStyleCnt="9"/>
      <dgm:spPr/>
    </dgm:pt>
    <dgm:pt modelId="{1ED8B262-C6E9-4A75-8A01-3F19974DD833}" type="pres">
      <dgm:prSet presAssocID="{F0099E4D-68E1-4783-916A-8F3A7A0A1E65}" presName="connectorText" presStyleLbl="sibTrans1D1" presStyleIdx="2" presStyleCnt="9"/>
      <dgm:spPr/>
    </dgm:pt>
    <dgm:pt modelId="{5F084C20-F8D6-45E9-A672-912E680C904D}" type="pres">
      <dgm:prSet presAssocID="{36829D5F-E03A-407E-B770-2A66F067C6B5}" presName="node" presStyleLbl="node1" presStyleIdx="3" presStyleCnt="10">
        <dgm:presLayoutVars>
          <dgm:bulletEnabled val="1"/>
        </dgm:presLayoutVars>
      </dgm:prSet>
      <dgm:spPr/>
    </dgm:pt>
    <dgm:pt modelId="{9EECAFF4-838C-46B8-A389-21DBD9327444}" type="pres">
      <dgm:prSet presAssocID="{52F0B2BC-A069-4EA1-95A3-690C01925138}" presName="sibTrans" presStyleLbl="sibTrans1D1" presStyleIdx="3" presStyleCnt="9"/>
      <dgm:spPr/>
    </dgm:pt>
    <dgm:pt modelId="{8D27CE5E-7F11-4CFD-B5F2-E7A5FC009644}" type="pres">
      <dgm:prSet presAssocID="{52F0B2BC-A069-4EA1-95A3-690C01925138}" presName="connectorText" presStyleLbl="sibTrans1D1" presStyleIdx="3" presStyleCnt="9"/>
      <dgm:spPr/>
    </dgm:pt>
    <dgm:pt modelId="{DA6F1BDE-0F96-4A6D-9E82-BAEA2794C804}" type="pres">
      <dgm:prSet presAssocID="{E4ECB4FE-30F6-4E36-9113-F5FF27436854}" presName="node" presStyleLbl="node1" presStyleIdx="4" presStyleCnt="10">
        <dgm:presLayoutVars>
          <dgm:bulletEnabled val="1"/>
        </dgm:presLayoutVars>
      </dgm:prSet>
      <dgm:spPr/>
    </dgm:pt>
    <dgm:pt modelId="{7203C570-8216-4DFA-9B75-CE55F7423449}" type="pres">
      <dgm:prSet presAssocID="{189CD2FF-42F8-49CA-A7F7-C041AD36A714}" presName="sibTrans" presStyleLbl="sibTrans1D1" presStyleIdx="4" presStyleCnt="9"/>
      <dgm:spPr/>
    </dgm:pt>
    <dgm:pt modelId="{9B467B25-856D-450E-9F5F-C026B4E0C9DA}" type="pres">
      <dgm:prSet presAssocID="{189CD2FF-42F8-49CA-A7F7-C041AD36A714}" presName="connectorText" presStyleLbl="sibTrans1D1" presStyleIdx="4" presStyleCnt="9"/>
      <dgm:spPr/>
    </dgm:pt>
    <dgm:pt modelId="{206B3804-A6B3-4A14-A081-13C86ADB9978}" type="pres">
      <dgm:prSet presAssocID="{7A79FD85-41B3-4E59-A6F7-E658989C0B91}" presName="node" presStyleLbl="node1" presStyleIdx="5" presStyleCnt="10">
        <dgm:presLayoutVars>
          <dgm:bulletEnabled val="1"/>
        </dgm:presLayoutVars>
      </dgm:prSet>
      <dgm:spPr/>
    </dgm:pt>
    <dgm:pt modelId="{BACB183E-6FC4-43CF-AF40-AEC74920B564}" type="pres">
      <dgm:prSet presAssocID="{0A51EE97-E390-47C6-98AC-29FE2416780D}" presName="sibTrans" presStyleLbl="sibTrans1D1" presStyleIdx="5" presStyleCnt="9"/>
      <dgm:spPr/>
    </dgm:pt>
    <dgm:pt modelId="{6CE0C9B1-D30F-40C9-B443-4BD9912F405F}" type="pres">
      <dgm:prSet presAssocID="{0A51EE97-E390-47C6-98AC-29FE2416780D}" presName="connectorText" presStyleLbl="sibTrans1D1" presStyleIdx="5" presStyleCnt="9"/>
      <dgm:spPr/>
    </dgm:pt>
    <dgm:pt modelId="{3AA2AE08-B2D9-49EA-AC6A-DA305F5BD6AC}" type="pres">
      <dgm:prSet presAssocID="{6E9B01FD-102D-43E5-8499-B5A59310A2F3}" presName="node" presStyleLbl="node1" presStyleIdx="6" presStyleCnt="10">
        <dgm:presLayoutVars>
          <dgm:bulletEnabled val="1"/>
        </dgm:presLayoutVars>
      </dgm:prSet>
      <dgm:spPr/>
    </dgm:pt>
    <dgm:pt modelId="{4376EB31-872A-4ECD-8F52-A5EA551E7213}" type="pres">
      <dgm:prSet presAssocID="{81B90C9C-BF6D-42F8-9341-A3329CF0EFCE}" presName="sibTrans" presStyleLbl="sibTrans1D1" presStyleIdx="6" presStyleCnt="9"/>
      <dgm:spPr/>
    </dgm:pt>
    <dgm:pt modelId="{95AB3623-43CA-4E0B-842B-BD17BF617C53}" type="pres">
      <dgm:prSet presAssocID="{81B90C9C-BF6D-42F8-9341-A3329CF0EFCE}" presName="connectorText" presStyleLbl="sibTrans1D1" presStyleIdx="6" presStyleCnt="9"/>
      <dgm:spPr/>
    </dgm:pt>
    <dgm:pt modelId="{4F582DA6-2632-46CE-A216-72B6D03BC31C}" type="pres">
      <dgm:prSet presAssocID="{092B5D38-3A45-4307-BB4D-7FF35E0D5460}" presName="node" presStyleLbl="node1" presStyleIdx="7" presStyleCnt="10">
        <dgm:presLayoutVars>
          <dgm:bulletEnabled val="1"/>
        </dgm:presLayoutVars>
      </dgm:prSet>
      <dgm:spPr/>
    </dgm:pt>
    <dgm:pt modelId="{183E8ACC-858B-4233-A6CE-D6BDCB1E349D}" type="pres">
      <dgm:prSet presAssocID="{BB00E71B-A51A-4609-BE90-A9E26063CB91}" presName="sibTrans" presStyleLbl="sibTrans1D1" presStyleIdx="7" presStyleCnt="9"/>
      <dgm:spPr/>
    </dgm:pt>
    <dgm:pt modelId="{1E80970F-6164-44DD-B6A1-5F01D3CA4DFE}" type="pres">
      <dgm:prSet presAssocID="{BB00E71B-A51A-4609-BE90-A9E26063CB91}" presName="connectorText" presStyleLbl="sibTrans1D1" presStyleIdx="7" presStyleCnt="9"/>
      <dgm:spPr/>
    </dgm:pt>
    <dgm:pt modelId="{84A33C32-86D4-4B0F-A682-B67F9F706831}" type="pres">
      <dgm:prSet presAssocID="{7407B45C-300D-4758-B237-9F815254B512}" presName="node" presStyleLbl="node1" presStyleIdx="8" presStyleCnt="10">
        <dgm:presLayoutVars>
          <dgm:bulletEnabled val="1"/>
        </dgm:presLayoutVars>
      </dgm:prSet>
      <dgm:spPr/>
    </dgm:pt>
    <dgm:pt modelId="{04CEF989-80BC-459C-823C-12E50AB1BB4C}" type="pres">
      <dgm:prSet presAssocID="{74A256E2-DA91-490C-BA41-9914C692600B}" presName="sibTrans" presStyleLbl="sibTrans1D1" presStyleIdx="8" presStyleCnt="9"/>
      <dgm:spPr/>
    </dgm:pt>
    <dgm:pt modelId="{8FF8B204-B88F-4C5A-9248-BB1B8A21D1EC}" type="pres">
      <dgm:prSet presAssocID="{74A256E2-DA91-490C-BA41-9914C692600B}" presName="connectorText" presStyleLbl="sibTrans1D1" presStyleIdx="8" presStyleCnt="9"/>
      <dgm:spPr/>
    </dgm:pt>
    <dgm:pt modelId="{76F2C510-91FC-4FA1-B304-A2A47B08E843}" type="pres">
      <dgm:prSet presAssocID="{579CEA4C-F9DE-46F1-99DF-5073690CB8D7}" presName="node" presStyleLbl="node1" presStyleIdx="9" presStyleCnt="10">
        <dgm:presLayoutVars>
          <dgm:bulletEnabled val="1"/>
        </dgm:presLayoutVars>
      </dgm:prSet>
      <dgm:spPr/>
    </dgm:pt>
  </dgm:ptLst>
  <dgm:cxnLst>
    <dgm:cxn modelId="{5F185B01-D5F0-48BB-BE99-2A6990B8EE0D}" srcId="{BEDD57B5-F36E-44AC-80A1-F8D23F121711}" destId="{A7756544-742C-4664-B6EE-0C3062B785D8}" srcOrd="0" destOrd="0" parTransId="{3100C345-F693-4CB1-9F3A-66903B61DDB1}" sibTransId="{FF275E7B-9A11-49AE-80AD-22CC456DEA85}"/>
    <dgm:cxn modelId="{2BDCDD02-22DD-4E80-8AF2-CCF260809C0E}" type="presOf" srcId="{BFF73726-8486-4E25-96A2-6D7DA081BE2B}" destId="{17BC7C65-A9F0-433F-89A0-0F3990DC9E27}" srcOrd="0" destOrd="0" presId="urn:microsoft.com/office/officeart/2005/8/layout/bProcess3"/>
    <dgm:cxn modelId="{56524617-79A7-469D-B3F6-5135CDC0912B}" type="presOf" srcId="{092B5D38-3A45-4307-BB4D-7FF35E0D5460}" destId="{4F582DA6-2632-46CE-A216-72B6D03BC31C}" srcOrd="0" destOrd="0" presId="urn:microsoft.com/office/officeart/2005/8/layout/bProcess3"/>
    <dgm:cxn modelId="{8929C324-262A-431E-B813-90C534D68637}" type="presOf" srcId="{E0BF0D5E-3706-4B86-B376-96FB02302009}" destId="{775A3BA1-3DB5-4462-B36B-0662D64C7F5E}" srcOrd="0" destOrd="0" presId="urn:microsoft.com/office/officeart/2005/8/layout/bProcess3"/>
    <dgm:cxn modelId="{0DF17E2C-935C-4C3C-9EDD-51EE058BFC75}" type="presOf" srcId="{E4ECB4FE-30F6-4E36-9113-F5FF27436854}" destId="{DA6F1BDE-0F96-4A6D-9E82-BAEA2794C804}" srcOrd="0" destOrd="0" presId="urn:microsoft.com/office/officeart/2005/8/layout/bProcess3"/>
    <dgm:cxn modelId="{3ABA632D-545C-49E5-B400-F7F6F0C970EA}" type="presOf" srcId="{189CD2FF-42F8-49CA-A7F7-C041AD36A714}" destId="{9B467B25-856D-450E-9F5F-C026B4E0C9DA}" srcOrd="1" destOrd="0" presId="urn:microsoft.com/office/officeart/2005/8/layout/bProcess3"/>
    <dgm:cxn modelId="{72F60734-2B67-4EC2-9E1B-24C099C404D8}" type="presOf" srcId="{579CEA4C-F9DE-46F1-99DF-5073690CB8D7}" destId="{76F2C510-91FC-4FA1-B304-A2A47B08E843}" srcOrd="0" destOrd="0" presId="urn:microsoft.com/office/officeart/2005/8/layout/bProcess3"/>
    <dgm:cxn modelId="{2487F13B-EAA4-440B-9085-3FEECEAA5689}" type="presOf" srcId="{F0099E4D-68E1-4783-916A-8F3A7A0A1E65}" destId="{1ED8B262-C6E9-4A75-8A01-3F19974DD833}" srcOrd="1" destOrd="0" presId="urn:microsoft.com/office/officeart/2005/8/layout/bProcess3"/>
    <dgm:cxn modelId="{4F099E3C-B514-4CD5-9BC3-9DFD5D986ED1}" type="presOf" srcId="{0A51EE97-E390-47C6-98AC-29FE2416780D}" destId="{BACB183E-6FC4-43CF-AF40-AEC74920B564}" srcOrd="0" destOrd="0" presId="urn:microsoft.com/office/officeart/2005/8/layout/bProcess3"/>
    <dgm:cxn modelId="{69547564-D435-4B4B-BCE5-8E5CE992FCA4}" srcId="{BEDD57B5-F36E-44AC-80A1-F8D23F121711}" destId="{E4ECB4FE-30F6-4E36-9113-F5FF27436854}" srcOrd="4" destOrd="0" parTransId="{30365048-6F18-4171-98EB-D8529DC9F2BD}" sibTransId="{189CD2FF-42F8-49CA-A7F7-C041AD36A714}"/>
    <dgm:cxn modelId="{2A8E7F64-4F69-41CC-A9F3-41B6DE829C86}" type="presOf" srcId="{81B90C9C-BF6D-42F8-9341-A3329CF0EFCE}" destId="{95AB3623-43CA-4E0B-842B-BD17BF617C53}" srcOrd="1" destOrd="0" presId="urn:microsoft.com/office/officeart/2005/8/layout/bProcess3"/>
    <dgm:cxn modelId="{6425F044-FE36-4AC7-9530-F2ED00F6757C}" type="presOf" srcId="{52F0B2BC-A069-4EA1-95A3-690C01925138}" destId="{8D27CE5E-7F11-4CFD-B5F2-E7A5FC009644}" srcOrd="1" destOrd="0" presId="urn:microsoft.com/office/officeart/2005/8/layout/bProcess3"/>
    <dgm:cxn modelId="{5084A451-B019-4173-9445-029210CF5319}" type="presOf" srcId="{6E9B01FD-102D-43E5-8499-B5A59310A2F3}" destId="{3AA2AE08-B2D9-49EA-AC6A-DA305F5BD6AC}" srcOrd="0" destOrd="0" presId="urn:microsoft.com/office/officeart/2005/8/layout/bProcess3"/>
    <dgm:cxn modelId="{7C440373-B092-4207-B029-9B6B8087442E}" type="presOf" srcId="{36829D5F-E03A-407E-B770-2A66F067C6B5}" destId="{5F084C20-F8D6-45E9-A672-912E680C904D}" srcOrd="0" destOrd="0" presId="urn:microsoft.com/office/officeart/2005/8/layout/bProcess3"/>
    <dgm:cxn modelId="{69B03C78-6A2A-4A2A-B389-BAFE5FDA4D1A}" srcId="{BEDD57B5-F36E-44AC-80A1-F8D23F121711}" destId="{579CEA4C-F9DE-46F1-99DF-5073690CB8D7}" srcOrd="9" destOrd="0" parTransId="{EC268844-6ED1-4B51-A930-415FAC6682AD}" sibTransId="{EC3AAE2F-48B5-4667-8EA4-37B586CAF5FE}"/>
    <dgm:cxn modelId="{73793859-00ED-41F2-8085-DA18D6211BD5}" type="presOf" srcId="{B44AC82E-DD2A-4D60-AEC7-4920CEC89D98}" destId="{B3080E8C-FDD5-4E4E-9D92-61C5A734CA70}" srcOrd="0" destOrd="0" presId="urn:microsoft.com/office/officeart/2005/8/layout/bProcess3"/>
    <dgm:cxn modelId="{D6F7AC82-E039-4514-9C4C-697691D95A34}" type="presOf" srcId="{52F0B2BC-A069-4EA1-95A3-690C01925138}" destId="{9EECAFF4-838C-46B8-A389-21DBD9327444}" srcOrd="0" destOrd="0" presId="urn:microsoft.com/office/officeart/2005/8/layout/bProcess3"/>
    <dgm:cxn modelId="{27D51686-2DF0-446D-8325-0FE59A82530F}" type="presOf" srcId="{BB00E71B-A51A-4609-BE90-A9E26063CB91}" destId="{1E80970F-6164-44DD-B6A1-5F01D3CA4DFE}" srcOrd="1" destOrd="0" presId="urn:microsoft.com/office/officeart/2005/8/layout/bProcess3"/>
    <dgm:cxn modelId="{068E3C8C-D97D-48CC-BFEA-D45543E08A2A}" type="presOf" srcId="{0A51EE97-E390-47C6-98AC-29FE2416780D}" destId="{6CE0C9B1-D30F-40C9-B443-4BD9912F405F}" srcOrd="1" destOrd="0" presId="urn:microsoft.com/office/officeart/2005/8/layout/bProcess3"/>
    <dgm:cxn modelId="{65146D8C-BEE5-4709-BC79-1F62061026CC}" type="presOf" srcId="{FF275E7B-9A11-49AE-80AD-22CC456DEA85}" destId="{DEFD068F-FB7D-43A5-B4CD-DAC31BA40A46}" srcOrd="1" destOrd="0" presId="urn:microsoft.com/office/officeart/2005/8/layout/bProcess3"/>
    <dgm:cxn modelId="{CF1F7A8F-5278-4D3F-B472-9AE4D90C45D4}" type="presOf" srcId="{7407B45C-300D-4758-B237-9F815254B512}" destId="{84A33C32-86D4-4B0F-A682-B67F9F706831}" srcOrd="0" destOrd="0" presId="urn:microsoft.com/office/officeart/2005/8/layout/bProcess3"/>
    <dgm:cxn modelId="{2E90C895-8ECC-492B-9404-02AFF994D55E}" srcId="{BEDD57B5-F36E-44AC-80A1-F8D23F121711}" destId="{36829D5F-E03A-407E-B770-2A66F067C6B5}" srcOrd="3" destOrd="0" parTransId="{CB963A70-1E9B-4964-ACCB-3C8EB3D26329}" sibTransId="{52F0B2BC-A069-4EA1-95A3-690C01925138}"/>
    <dgm:cxn modelId="{25BB229F-820F-4331-8D26-4F8A26174D21}" type="presOf" srcId="{74A256E2-DA91-490C-BA41-9914C692600B}" destId="{8FF8B204-B88F-4C5A-9248-BB1B8A21D1EC}" srcOrd="1" destOrd="0" presId="urn:microsoft.com/office/officeart/2005/8/layout/bProcess3"/>
    <dgm:cxn modelId="{8AAC20A0-5840-40FA-B60F-681D268F64B1}" srcId="{BEDD57B5-F36E-44AC-80A1-F8D23F121711}" destId="{6E9B01FD-102D-43E5-8499-B5A59310A2F3}" srcOrd="6" destOrd="0" parTransId="{191D9072-0F7E-462F-9747-7A97B59A0E67}" sibTransId="{81B90C9C-BF6D-42F8-9341-A3329CF0EFCE}"/>
    <dgm:cxn modelId="{44B6E4A0-9894-4491-B60A-576AA60A7C06}" type="presOf" srcId="{BB00E71B-A51A-4609-BE90-A9E26063CB91}" destId="{183E8ACC-858B-4233-A6CE-D6BDCB1E349D}" srcOrd="0" destOrd="0" presId="urn:microsoft.com/office/officeart/2005/8/layout/bProcess3"/>
    <dgm:cxn modelId="{B1DDC8A2-6B4A-4749-8A5D-92F49CF28A25}" srcId="{BEDD57B5-F36E-44AC-80A1-F8D23F121711}" destId="{BFF73726-8486-4E25-96A2-6D7DA081BE2B}" srcOrd="2" destOrd="0" parTransId="{6A618FCA-E0BA-44A5-851C-6A8BAA1DEF6D}" sibTransId="{F0099E4D-68E1-4783-916A-8F3A7A0A1E65}"/>
    <dgm:cxn modelId="{F30DE8A6-D0BA-44E7-BC81-9C4E89475F75}" type="presOf" srcId="{B44AC82E-DD2A-4D60-AEC7-4920CEC89D98}" destId="{FA4BBECD-F1CF-4DBC-96DD-603467F22196}" srcOrd="1" destOrd="0" presId="urn:microsoft.com/office/officeart/2005/8/layout/bProcess3"/>
    <dgm:cxn modelId="{7F1726B9-AE58-4F1D-AD38-724587C1AD09}" type="presOf" srcId="{BEDD57B5-F36E-44AC-80A1-F8D23F121711}" destId="{04D898A9-D318-4AFB-AD5C-D8C3553DC0FA}" srcOrd="0" destOrd="0" presId="urn:microsoft.com/office/officeart/2005/8/layout/bProcess3"/>
    <dgm:cxn modelId="{720344B9-CAF2-41F5-9B76-4B29B7CA4B83}" type="presOf" srcId="{F0099E4D-68E1-4783-916A-8F3A7A0A1E65}" destId="{DBDFEB5F-C67C-4784-8711-F304DCFC4B17}" srcOrd="0" destOrd="0" presId="urn:microsoft.com/office/officeart/2005/8/layout/bProcess3"/>
    <dgm:cxn modelId="{D4CDDFBB-684B-43C0-B108-6AE70D392705}" srcId="{BEDD57B5-F36E-44AC-80A1-F8D23F121711}" destId="{7407B45C-300D-4758-B237-9F815254B512}" srcOrd="8" destOrd="0" parTransId="{3C028D16-B71B-4BDC-A429-E6024D91F4BC}" sibTransId="{74A256E2-DA91-490C-BA41-9914C692600B}"/>
    <dgm:cxn modelId="{961C10BC-D30C-4157-AD18-7FC149C4D9DE}" srcId="{BEDD57B5-F36E-44AC-80A1-F8D23F121711}" destId="{E0BF0D5E-3706-4B86-B376-96FB02302009}" srcOrd="1" destOrd="0" parTransId="{A6763BE9-69F7-41A0-B47D-FA26CC8A4487}" sibTransId="{B44AC82E-DD2A-4D60-AEC7-4920CEC89D98}"/>
    <dgm:cxn modelId="{8C0B21C8-A2B9-4ADD-9F59-C568269B59B0}" type="presOf" srcId="{74A256E2-DA91-490C-BA41-9914C692600B}" destId="{04CEF989-80BC-459C-823C-12E50AB1BB4C}" srcOrd="0" destOrd="0" presId="urn:microsoft.com/office/officeart/2005/8/layout/bProcess3"/>
    <dgm:cxn modelId="{6109DDC9-179F-4ABA-8D7C-F69B1D797B8A}" srcId="{BEDD57B5-F36E-44AC-80A1-F8D23F121711}" destId="{092B5D38-3A45-4307-BB4D-7FF35E0D5460}" srcOrd="7" destOrd="0" parTransId="{CAFBF1E8-4BD0-4D2F-923D-897A489F734D}" sibTransId="{BB00E71B-A51A-4609-BE90-A9E26063CB91}"/>
    <dgm:cxn modelId="{F035B9D1-1552-4368-AFEC-4959A9E972D2}" type="presOf" srcId="{189CD2FF-42F8-49CA-A7F7-C041AD36A714}" destId="{7203C570-8216-4DFA-9B75-CE55F7423449}" srcOrd="0" destOrd="0" presId="urn:microsoft.com/office/officeart/2005/8/layout/bProcess3"/>
    <dgm:cxn modelId="{0E7506D6-4888-4FD8-BF99-0281DA33455F}" type="presOf" srcId="{A7756544-742C-4664-B6EE-0C3062B785D8}" destId="{8742A7C3-3F93-4304-BAC2-F6BBB9830297}" srcOrd="0" destOrd="0" presId="urn:microsoft.com/office/officeart/2005/8/layout/bProcess3"/>
    <dgm:cxn modelId="{D13055DA-57DF-4365-BFE3-AF274E90AE2E}" type="presOf" srcId="{81B90C9C-BF6D-42F8-9341-A3329CF0EFCE}" destId="{4376EB31-872A-4ECD-8F52-A5EA551E7213}" srcOrd="0" destOrd="0" presId="urn:microsoft.com/office/officeart/2005/8/layout/bProcess3"/>
    <dgm:cxn modelId="{611257EB-4CF4-4B15-973C-83DEE354CC4A}" type="presOf" srcId="{FF275E7B-9A11-49AE-80AD-22CC456DEA85}" destId="{ABB37C37-C295-4A49-BC92-5EC6E78ECB26}" srcOrd="0" destOrd="0" presId="urn:microsoft.com/office/officeart/2005/8/layout/bProcess3"/>
    <dgm:cxn modelId="{CE46DDEC-6002-48AD-9671-1DDDE887BD0A}" type="presOf" srcId="{7A79FD85-41B3-4E59-A6F7-E658989C0B91}" destId="{206B3804-A6B3-4A14-A081-13C86ADB9978}" srcOrd="0" destOrd="0" presId="urn:microsoft.com/office/officeart/2005/8/layout/bProcess3"/>
    <dgm:cxn modelId="{CC57D9F9-9402-423D-9D92-6687AE9B0DAF}" srcId="{BEDD57B5-F36E-44AC-80A1-F8D23F121711}" destId="{7A79FD85-41B3-4E59-A6F7-E658989C0B91}" srcOrd="5" destOrd="0" parTransId="{4080EF29-8AAF-4A9D-8D4C-0384A6B2E7F1}" sibTransId="{0A51EE97-E390-47C6-98AC-29FE2416780D}"/>
    <dgm:cxn modelId="{119E23FF-61B0-4DDB-9546-D0DEA19CB3B7}" type="presParOf" srcId="{04D898A9-D318-4AFB-AD5C-D8C3553DC0FA}" destId="{8742A7C3-3F93-4304-BAC2-F6BBB9830297}" srcOrd="0" destOrd="0" presId="urn:microsoft.com/office/officeart/2005/8/layout/bProcess3"/>
    <dgm:cxn modelId="{EFA67D18-35A4-4F8C-B85E-EFC9ED0DB2BB}" type="presParOf" srcId="{04D898A9-D318-4AFB-AD5C-D8C3553DC0FA}" destId="{ABB37C37-C295-4A49-BC92-5EC6E78ECB26}" srcOrd="1" destOrd="0" presId="urn:microsoft.com/office/officeart/2005/8/layout/bProcess3"/>
    <dgm:cxn modelId="{AB925EEB-6615-47C5-9169-EFD0F796531B}" type="presParOf" srcId="{ABB37C37-C295-4A49-BC92-5EC6E78ECB26}" destId="{DEFD068F-FB7D-43A5-B4CD-DAC31BA40A46}" srcOrd="0" destOrd="0" presId="urn:microsoft.com/office/officeart/2005/8/layout/bProcess3"/>
    <dgm:cxn modelId="{640B3082-28CD-42F2-AD51-E479E295B33D}" type="presParOf" srcId="{04D898A9-D318-4AFB-AD5C-D8C3553DC0FA}" destId="{775A3BA1-3DB5-4462-B36B-0662D64C7F5E}" srcOrd="2" destOrd="0" presId="urn:microsoft.com/office/officeart/2005/8/layout/bProcess3"/>
    <dgm:cxn modelId="{D123065D-64C1-4275-83C2-099FB522F767}" type="presParOf" srcId="{04D898A9-D318-4AFB-AD5C-D8C3553DC0FA}" destId="{B3080E8C-FDD5-4E4E-9D92-61C5A734CA70}" srcOrd="3" destOrd="0" presId="urn:microsoft.com/office/officeart/2005/8/layout/bProcess3"/>
    <dgm:cxn modelId="{95478CD4-AECC-4306-9A18-78E0C661E8FD}" type="presParOf" srcId="{B3080E8C-FDD5-4E4E-9D92-61C5A734CA70}" destId="{FA4BBECD-F1CF-4DBC-96DD-603467F22196}" srcOrd="0" destOrd="0" presId="urn:microsoft.com/office/officeart/2005/8/layout/bProcess3"/>
    <dgm:cxn modelId="{F140CC69-5B98-4F4E-9985-D103640B4422}" type="presParOf" srcId="{04D898A9-D318-4AFB-AD5C-D8C3553DC0FA}" destId="{17BC7C65-A9F0-433F-89A0-0F3990DC9E27}" srcOrd="4" destOrd="0" presId="urn:microsoft.com/office/officeart/2005/8/layout/bProcess3"/>
    <dgm:cxn modelId="{146C29DC-54F1-46A0-8CBD-B98993AB402D}" type="presParOf" srcId="{04D898A9-D318-4AFB-AD5C-D8C3553DC0FA}" destId="{DBDFEB5F-C67C-4784-8711-F304DCFC4B17}" srcOrd="5" destOrd="0" presId="urn:microsoft.com/office/officeart/2005/8/layout/bProcess3"/>
    <dgm:cxn modelId="{961E766B-BC63-4FEC-8A99-F8AE6B17B9BC}" type="presParOf" srcId="{DBDFEB5F-C67C-4784-8711-F304DCFC4B17}" destId="{1ED8B262-C6E9-4A75-8A01-3F19974DD833}" srcOrd="0" destOrd="0" presId="urn:microsoft.com/office/officeart/2005/8/layout/bProcess3"/>
    <dgm:cxn modelId="{401EB792-714E-45A7-B640-5F51FA75E0FF}" type="presParOf" srcId="{04D898A9-D318-4AFB-AD5C-D8C3553DC0FA}" destId="{5F084C20-F8D6-45E9-A672-912E680C904D}" srcOrd="6" destOrd="0" presId="urn:microsoft.com/office/officeart/2005/8/layout/bProcess3"/>
    <dgm:cxn modelId="{B56E450A-31C8-406D-91E8-9DC50D5FEA08}" type="presParOf" srcId="{04D898A9-D318-4AFB-AD5C-D8C3553DC0FA}" destId="{9EECAFF4-838C-46B8-A389-21DBD9327444}" srcOrd="7" destOrd="0" presId="urn:microsoft.com/office/officeart/2005/8/layout/bProcess3"/>
    <dgm:cxn modelId="{AE58684F-6092-4454-9CAA-7942CDB42A04}" type="presParOf" srcId="{9EECAFF4-838C-46B8-A389-21DBD9327444}" destId="{8D27CE5E-7F11-4CFD-B5F2-E7A5FC009644}" srcOrd="0" destOrd="0" presId="urn:microsoft.com/office/officeart/2005/8/layout/bProcess3"/>
    <dgm:cxn modelId="{45F0C2D8-B0A5-439F-8367-52F9A69D70D9}" type="presParOf" srcId="{04D898A9-D318-4AFB-AD5C-D8C3553DC0FA}" destId="{DA6F1BDE-0F96-4A6D-9E82-BAEA2794C804}" srcOrd="8" destOrd="0" presId="urn:microsoft.com/office/officeart/2005/8/layout/bProcess3"/>
    <dgm:cxn modelId="{2B725E54-7BE1-4E3C-8570-AC5712898668}" type="presParOf" srcId="{04D898A9-D318-4AFB-AD5C-D8C3553DC0FA}" destId="{7203C570-8216-4DFA-9B75-CE55F7423449}" srcOrd="9" destOrd="0" presId="urn:microsoft.com/office/officeart/2005/8/layout/bProcess3"/>
    <dgm:cxn modelId="{2532FC50-DD66-47E5-A9A7-537644354547}" type="presParOf" srcId="{7203C570-8216-4DFA-9B75-CE55F7423449}" destId="{9B467B25-856D-450E-9F5F-C026B4E0C9DA}" srcOrd="0" destOrd="0" presId="urn:microsoft.com/office/officeart/2005/8/layout/bProcess3"/>
    <dgm:cxn modelId="{657A9E50-71A0-4618-81B6-4D5E67DA9C95}" type="presParOf" srcId="{04D898A9-D318-4AFB-AD5C-D8C3553DC0FA}" destId="{206B3804-A6B3-4A14-A081-13C86ADB9978}" srcOrd="10" destOrd="0" presId="urn:microsoft.com/office/officeart/2005/8/layout/bProcess3"/>
    <dgm:cxn modelId="{2A0B2747-9F53-4E38-9FF2-9C98AC3DD5FB}" type="presParOf" srcId="{04D898A9-D318-4AFB-AD5C-D8C3553DC0FA}" destId="{BACB183E-6FC4-43CF-AF40-AEC74920B564}" srcOrd="11" destOrd="0" presId="urn:microsoft.com/office/officeart/2005/8/layout/bProcess3"/>
    <dgm:cxn modelId="{FF4226C4-6486-4F61-98E1-BF7579CA1797}" type="presParOf" srcId="{BACB183E-6FC4-43CF-AF40-AEC74920B564}" destId="{6CE0C9B1-D30F-40C9-B443-4BD9912F405F}" srcOrd="0" destOrd="0" presId="urn:microsoft.com/office/officeart/2005/8/layout/bProcess3"/>
    <dgm:cxn modelId="{93AC43C3-FE6D-4E64-AC1D-5625B43F422D}" type="presParOf" srcId="{04D898A9-D318-4AFB-AD5C-D8C3553DC0FA}" destId="{3AA2AE08-B2D9-49EA-AC6A-DA305F5BD6AC}" srcOrd="12" destOrd="0" presId="urn:microsoft.com/office/officeart/2005/8/layout/bProcess3"/>
    <dgm:cxn modelId="{3833AA99-1725-4603-A8ED-FA4ECAB5AF24}" type="presParOf" srcId="{04D898A9-D318-4AFB-AD5C-D8C3553DC0FA}" destId="{4376EB31-872A-4ECD-8F52-A5EA551E7213}" srcOrd="13" destOrd="0" presId="urn:microsoft.com/office/officeart/2005/8/layout/bProcess3"/>
    <dgm:cxn modelId="{AE549655-6658-44DE-9C5F-4816D76BC7C6}" type="presParOf" srcId="{4376EB31-872A-4ECD-8F52-A5EA551E7213}" destId="{95AB3623-43CA-4E0B-842B-BD17BF617C53}" srcOrd="0" destOrd="0" presId="urn:microsoft.com/office/officeart/2005/8/layout/bProcess3"/>
    <dgm:cxn modelId="{4B660C95-D0F6-452B-B14A-E96DBAC64F61}" type="presParOf" srcId="{04D898A9-D318-4AFB-AD5C-D8C3553DC0FA}" destId="{4F582DA6-2632-46CE-A216-72B6D03BC31C}" srcOrd="14" destOrd="0" presId="urn:microsoft.com/office/officeart/2005/8/layout/bProcess3"/>
    <dgm:cxn modelId="{DDFB2FF9-CAF3-4A81-A783-DF5012C54019}" type="presParOf" srcId="{04D898A9-D318-4AFB-AD5C-D8C3553DC0FA}" destId="{183E8ACC-858B-4233-A6CE-D6BDCB1E349D}" srcOrd="15" destOrd="0" presId="urn:microsoft.com/office/officeart/2005/8/layout/bProcess3"/>
    <dgm:cxn modelId="{220F5650-A3AC-4860-B436-FA53AB3E3859}" type="presParOf" srcId="{183E8ACC-858B-4233-A6CE-D6BDCB1E349D}" destId="{1E80970F-6164-44DD-B6A1-5F01D3CA4DFE}" srcOrd="0" destOrd="0" presId="urn:microsoft.com/office/officeart/2005/8/layout/bProcess3"/>
    <dgm:cxn modelId="{C67FE592-08BC-478D-B348-1510E966C9F6}" type="presParOf" srcId="{04D898A9-D318-4AFB-AD5C-D8C3553DC0FA}" destId="{84A33C32-86D4-4B0F-A682-B67F9F706831}" srcOrd="16" destOrd="0" presId="urn:microsoft.com/office/officeart/2005/8/layout/bProcess3"/>
    <dgm:cxn modelId="{5B224937-07EA-4D2B-A005-7CD05DB88DD0}" type="presParOf" srcId="{04D898A9-D318-4AFB-AD5C-D8C3553DC0FA}" destId="{04CEF989-80BC-459C-823C-12E50AB1BB4C}" srcOrd="17" destOrd="0" presId="urn:microsoft.com/office/officeart/2005/8/layout/bProcess3"/>
    <dgm:cxn modelId="{5BDC28FF-B917-4279-B41A-C6CDD7FC1E99}" type="presParOf" srcId="{04CEF989-80BC-459C-823C-12E50AB1BB4C}" destId="{8FF8B204-B88F-4C5A-9248-BB1B8A21D1EC}" srcOrd="0" destOrd="0" presId="urn:microsoft.com/office/officeart/2005/8/layout/bProcess3"/>
    <dgm:cxn modelId="{7C337BA5-8E7E-43A8-9E07-5533CEFF0E90}" type="presParOf" srcId="{04D898A9-D318-4AFB-AD5C-D8C3553DC0FA}" destId="{76F2C510-91FC-4FA1-B304-A2A47B08E843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37C37-C295-4A49-BC92-5EC6E78ECB26}">
      <dsp:nvSpPr>
        <dsp:cNvPr id="0" name=""/>
        <dsp:cNvSpPr/>
      </dsp:nvSpPr>
      <dsp:spPr>
        <a:xfrm>
          <a:off x="1528867" y="437610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680637" y="481571"/>
        <a:ext cx="17586" cy="3517"/>
      </dsp:txXfrm>
    </dsp:sp>
    <dsp:sp modelId="{8742A7C3-3F93-4304-BAC2-F6BBB9830297}">
      <dsp:nvSpPr>
        <dsp:cNvPr id="0" name=""/>
        <dsp:cNvSpPr/>
      </dsp:nvSpPr>
      <dsp:spPr>
        <a:xfrm>
          <a:off x="1427" y="24558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2000"/>
                <a:satMod val="170000"/>
              </a:schemeClr>
            </a:gs>
            <a:gs pos="15000">
              <a:schemeClr val="accent3">
                <a:hueOff val="0"/>
                <a:satOff val="0"/>
                <a:lumOff val="0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0"/>
                <a:satOff val="0"/>
                <a:lumOff val="0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0"/>
                <a:satOff val="0"/>
                <a:lumOff val="0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baseline="0"/>
            <a:t>Grey water </a:t>
          </a:r>
          <a:endParaRPr lang="en-IN" sz="1500" kern="1200"/>
        </a:p>
      </dsp:txBody>
      <dsp:txXfrm>
        <a:off x="1427" y="24558"/>
        <a:ext cx="1529240" cy="917544"/>
      </dsp:txXfrm>
    </dsp:sp>
    <dsp:sp modelId="{B3080E8C-FDD5-4E4E-9D92-61C5A734CA70}">
      <dsp:nvSpPr>
        <dsp:cNvPr id="0" name=""/>
        <dsp:cNvSpPr/>
      </dsp:nvSpPr>
      <dsp:spPr>
        <a:xfrm>
          <a:off x="3409833" y="437610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-2103305"/>
              <a:satOff val="-1082"/>
              <a:lumOff val="-466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61602" y="481571"/>
        <a:ext cx="17586" cy="3517"/>
      </dsp:txXfrm>
    </dsp:sp>
    <dsp:sp modelId="{775A3BA1-3DB5-4462-B36B-0662D64C7F5E}">
      <dsp:nvSpPr>
        <dsp:cNvPr id="0" name=""/>
        <dsp:cNvSpPr/>
      </dsp:nvSpPr>
      <dsp:spPr>
        <a:xfrm>
          <a:off x="1882393" y="24558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1869604"/>
                <a:satOff val="-961"/>
                <a:lumOff val="-414"/>
                <a:alphaOff val="0"/>
                <a:tint val="92000"/>
                <a:satMod val="170000"/>
              </a:schemeClr>
            </a:gs>
            <a:gs pos="15000">
              <a:schemeClr val="accent3">
                <a:hueOff val="-1869604"/>
                <a:satOff val="-961"/>
                <a:lumOff val="-414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869604"/>
                <a:satOff val="-961"/>
                <a:lumOff val="-414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869604"/>
                <a:satOff val="-961"/>
                <a:lumOff val="-414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869604"/>
                <a:satOff val="-961"/>
                <a:lumOff val="-414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baseline="0"/>
            <a:t>Bio filter </a:t>
          </a:r>
          <a:endParaRPr lang="en-IN" sz="1500" kern="1200"/>
        </a:p>
      </dsp:txBody>
      <dsp:txXfrm>
        <a:off x="1882393" y="24558"/>
        <a:ext cx="1529240" cy="917544"/>
      </dsp:txXfrm>
    </dsp:sp>
    <dsp:sp modelId="{DBDFEB5F-C67C-4784-8711-F304DCFC4B17}">
      <dsp:nvSpPr>
        <dsp:cNvPr id="0" name=""/>
        <dsp:cNvSpPr/>
      </dsp:nvSpPr>
      <dsp:spPr>
        <a:xfrm>
          <a:off x="5290798" y="437610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-4206610"/>
              <a:satOff val="-2163"/>
              <a:lumOff val="-931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442568" y="481571"/>
        <a:ext cx="17586" cy="3517"/>
      </dsp:txXfrm>
    </dsp:sp>
    <dsp:sp modelId="{17BC7C65-A9F0-433F-89A0-0F3990DC9E27}">
      <dsp:nvSpPr>
        <dsp:cNvPr id="0" name=""/>
        <dsp:cNvSpPr/>
      </dsp:nvSpPr>
      <dsp:spPr>
        <a:xfrm>
          <a:off x="3763358" y="24558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3739209"/>
                <a:satOff val="-1923"/>
                <a:lumOff val="-828"/>
                <a:alphaOff val="0"/>
                <a:tint val="92000"/>
                <a:satMod val="170000"/>
              </a:schemeClr>
            </a:gs>
            <a:gs pos="15000">
              <a:schemeClr val="accent3">
                <a:hueOff val="-3739209"/>
                <a:satOff val="-1923"/>
                <a:lumOff val="-828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3739209"/>
                <a:satOff val="-1923"/>
                <a:lumOff val="-828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3739209"/>
                <a:satOff val="-1923"/>
                <a:lumOff val="-828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3739209"/>
                <a:satOff val="-1923"/>
                <a:lumOff val="-828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Filtered Water</a:t>
          </a:r>
          <a:endParaRPr lang="en-IN" sz="1500" kern="1200"/>
        </a:p>
      </dsp:txBody>
      <dsp:txXfrm>
        <a:off x="3763358" y="24558"/>
        <a:ext cx="1529240" cy="917544"/>
      </dsp:txXfrm>
    </dsp:sp>
    <dsp:sp modelId="{9EECAFF4-838C-46B8-A389-21DBD9327444}">
      <dsp:nvSpPr>
        <dsp:cNvPr id="0" name=""/>
        <dsp:cNvSpPr/>
      </dsp:nvSpPr>
      <dsp:spPr>
        <a:xfrm>
          <a:off x="766047" y="940302"/>
          <a:ext cx="5642896" cy="321125"/>
        </a:xfrm>
        <a:custGeom>
          <a:avLst/>
          <a:gdLst/>
          <a:ahLst/>
          <a:cxnLst/>
          <a:rect l="0" t="0" r="0" b="0"/>
          <a:pathLst>
            <a:path>
              <a:moveTo>
                <a:pt x="5642896" y="0"/>
              </a:moveTo>
              <a:lnTo>
                <a:pt x="5642896" y="177662"/>
              </a:lnTo>
              <a:lnTo>
                <a:pt x="0" y="177662"/>
              </a:lnTo>
              <a:lnTo>
                <a:pt x="0" y="321125"/>
              </a:lnTo>
            </a:path>
          </a:pathLst>
        </a:custGeom>
        <a:noFill/>
        <a:ln w="9525" cap="flat" cmpd="sng" algn="ctr">
          <a:solidFill>
            <a:schemeClr val="accent3">
              <a:hueOff val="-6309915"/>
              <a:satOff val="-3245"/>
              <a:lumOff val="-1397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446149" y="1099106"/>
        <a:ext cx="282692" cy="3517"/>
      </dsp:txXfrm>
    </dsp:sp>
    <dsp:sp modelId="{5F084C20-F8D6-45E9-A672-912E680C904D}">
      <dsp:nvSpPr>
        <dsp:cNvPr id="0" name=""/>
        <dsp:cNvSpPr/>
      </dsp:nvSpPr>
      <dsp:spPr>
        <a:xfrm>
          <a:off x="5644324" y="24558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5608813"/>
                <a:satOff val="-2884"/>
                <a:lumOff val="-1242"/>
                <a:alphaOff val="0"/>
                <a:tint val="92000"/>
                <a:satMod val="170000"/>
              </a:schemeClr>
            </a:gs>
            <a:gs pos="15000">
              <a:schemeClr val="accent3">
                <a:hueOff val="-5608813"/>
                <a:satOff val="-2884"/>
                <a:lumOff val="-1242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5608813"/>
                <a:satOff val="-2884"/>
                <a:lumOff val="-1242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5608813"/>
                <a:satOff val="-2884"/>
                <a:lumOff val="-1242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5608813"/>
                <a:satOff val="-2884"/>
                <a:lumOff val="-1242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Booster Pump</a:t>
          </a:r>
          <a:endParaRPr lang="en-IN" sz="1500" kern="1200"/>
        </a:p>
      </dsp:txBody>
      <dsp:txXfrm>
        <a:off x="5644324" y="24558"/>
        <a:ext cx="1529240" cy="917544"/>
      </dsp:txXfrm>
    </dsp:sp>
    <dsp:sp modelId="{7203C570-8216-4DFA-9B75-CE55F7423449}">
      <dsp:nvSpPr>
        <dsp:cNvPr id="0" name=""/>
        <dsp:cNvSpPr/>
      </dsp:nvSpPr>
      <dsp:spPr>
        <a:xfrm>
          <a:off x="1528867" y="1706879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-8413220"/>
              <a:satOff val="-4326"/>
              <a:lumOff val="-1863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680637" y="1750841"/>
        <a:ext cx="17586" cy="3517"/>
      </dsp:txXfrm>
    </dsp:sp>
    <dsp:sp modelId="{DA6F1BDE-0F96-4A6D-9E82-BAEA2794C804}">
      <dsp:nvSpPr>
        <dsp:cNvPr id="0" name=""/>
        <dsp:cNvSpPr/>
      </dsp:nvSpPr>
      <dsp:spPr>
        <a:xfrm>
          <a:off x="1427" y="1293827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7478418"/>
                <a:satOff val="-3845"/>
                <a:lumOff val="-1656"/>
                <a:alphaOff val="0"/>
                <a:tint val="92000"/>
                <a:satMod val="170000"/>
              </a:schemeClr>
            </a:gs>
            <a:gs pos="15000">
              <a:schemeClr val="accent3">
                <a:hueOff val="-7478418"/>
                <a:satOff val="-3845"/>
                <a:lumOff val="-1656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7478418"/>
                <a:satOff val="-3845"/>
                <a:lumOff val="-1656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7478418"/>
                <a:satOff val="-3845"/>
                <a:lumOff val="-1656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7478418"/>
                <a:satOff val="-3845"/>
                <a:lumOff val="-1656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Sedimentation Filter</a:t>
          </a:r>
          <a:endParaRPr lang="en-IN" sz="1500" kern="1200"/>
        </a:p>
      </dsp:txBody>
      <dsp:txXfrm>
        <a:off x="1427" y="1293827"/>
        <a:ext cx="1529240" cy="917544"/>
      </dsp:txXfrm>
    </dsp:sp>
    <dsp:sp modelId="{BACB183E-6FC4-43CF-AF40-AEC74920B564}">
      <dsp:nvSpPr>
        <dsp:cNvPr id="0" name=""/>
        <dsp:cNvSpPr/>
      </dsp:nvSpPr>
      <dsp:spPr>
        <a:xfrm>
          <a:off x="3409833" y="1706879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-10516525"/>
              <a:satOff val="-5408"/>
              <a:lumOff val="-2328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61602" y="1750841"/>
        <a:ext cx="17586" cy="3517"/>
      </dsp:txXfrm>
    </dsp:sp>
    <dsp:sp modelId="{206B3804-A6B3-4A14-A081-13C86ADB9978}">
      <dsp:nvSpPr>
        <dsp:cNvPr id="0" name=""/>
        <dsp:cNvSpPr/>
      </dsp:nvSpPr>
      <dsp:spPr>
        <a:xfrm>
          <a:off x="1882393" y="1293827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9348023"/>
                <a:satOff val="-4807"/>
                <a:lumOff val="-2069"/>
                <a:alphaOff val="0"/>
                <a:tint val="92000"/>
                <a:satMod val="170000"/>
              </a:schemeClr>
            </a:gs>
            <a:gs pos="15000">
              <a:schemeClr val="accent3">
                <a:hueOff val="-9348023"/>
                <a:satOff val="-4807"/>
                <a:lumOff val="-2069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9348023"/>
                <a:satOff val="-4807"/>
                <a:lumOff val="-2069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9348023"/>
                <a:satOff val="-4807"/>
                <a:lumOff val="-2069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9348023"/>
                <a:satOff val="-4807"/>
                <a:lumOff val="-2069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Carbon Filter</a:t>
          </a:r>
          <a:endParaRPr lang="en-IN" sz="1500" kern="1200"/>
        </a:p>
      </dsp:txBody>
      <dsp:txXfrm>
        <a:off x="1882393" y="1293827"/>
        <a:ext cx="1529240" cy="917544"/>
      </dsp:txXfrm>
    </dsp:sp>
    <dsp:sp modelId="{4376EB31-872A-4ECD-8F52-A5EA551E7213}">
      <dsp:nvSpPr>
        <dsp:cNvPr id="0" name=""/>
        <dsp:cNvSpPr/>
      </dsp:nvSpPr>
      <dsp:spPr>
        <a:xfrm>
          <a:off x="5290798" y="1706879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-12619830"/>
              <a:satOff val="-6489"/>
              <a:lumOff val="-2794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442568" y="1750841"/>
        <a:ext cx="17586" cy="3517"/>
      </dsp:txXfrm>
    </dsp:sp>
    <dsp:sp modelId="{3AA2AE08-B2D9-49EA-AC6A-DA305F5BD6AC}">
      <dsp:nvSpPr>
        <dsp:cNvPr id="0" name=""/>
        <dsp:cNvSpPr/>
      </dsp:nvSpPr>
      <dsp:spPr>
        <a:xfrm>
          <a:off x="3763358" y="1293827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11217627"/>
                <a:satOff val="-5768"/>
                <a:lumOff val="-2483"/>
                <a:alphaOff val="0"/>
                <a:tint val="92000"/>
                <a:satMod val="170000"/>
              </a:schemeClr>
            </a:gs>
            <a:gs pos="15000">
              <a:schemeClr val="accent3">
                <a:hueOff val="-11217627"/>
                <a:satOff val="-5768"/>
                <a:lumOff val="-2483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1217627"/>
                <a:satOff val="-5768"/>
                <a:lumOff val="-2483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1217627"/>
                <a:satOff val="-5768"/>
                <a:lumOff val="-2483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1217627"/>
                <a:satOff val="-5768"/>
                <a:lumOff val="-2483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Mineral Cartridge Filter</a:t>
          </a:r>
          <a:endParaRPr lang="en-IN" sz="1500" kern="1200"/>
        </a:p>
      </dsp:txBody>
      <dsp:txXfrm>
        <a:off x="3763358" y="1293827"/>
        <a:ext cx="1529240" cy="917544"/>
      </dsp:txXfrm>
    </dsp:sp>
    <dsp:sp modelId="{183E8ACC-858B-4233-A6CE-D6BDCB1E349D}">
      <dsp:nvSpPr>
        <dsp:cNvPr id="0" name=""/>
        <dsp:cNvSpPr/>
      </dsp:nvSpPr>
      <dsp:spPr>
        <a:xfrm>
          <a:off x="766047" y="2209572"/>
          <a:ext cx="5642896" cy="321125"/>
        </a:xfrm>
        <a:custGeom>
          <a:avLst/>
          <a:gdLst/>
          <a:ahLst/>
          <a:cxnLst/>
          <a:rect l="0" t="0" r="0" b="0"/>
          <a:pathLst>
            <a:path>
              <a:moveTo>
                <a:pt x="5642896" y="0"/>
              </a:moveTo>
              <a:lnTo>
                <a:pt x="5642896" y="177662"/>
              </a:lnTo>
              <a:lnTo>
                <a:pt x="0" y="177662"/>
              </a:lnTo>
              <a:lnTo>
                <a:pt x="0" y="321125"/>
              </a:lnTo>
            </a:path>
          </a:pathLst>
        </a:custGeom>
        <a:noFill/>
        <a:ln w="9525" cap="flat" cmpd="sng" algn="ctr">
          <a:solidFill>
            <a:schemeClr val="accent3">
              <a:hueOff val="-14723135"/>
              <a:satOff val="-7571"/>
              <a:lumOff val="-3259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446149" y="2368376"/>
        <a:ext cx="282692" cy="3517"/>
      </dsp:txXfrm>
    </dsp:sp>
    <dsp:sp modelId="{4F582DA6-2632-46CE-A216-72B6D03BC31C}">
      <dsp:nvSpPr>
        <dsp:cNvPr id="0" name=""/>
        <dsp:cNvSpPr/>
      </dsp:nvSpPr>
      <dsp:spPr>
        <a:xfrm>
          <a:off x="5644324" y="1293827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13087232"/>
                <a:satOff val="-6729"/>
                <a:lumOff val="-2897"/>
                <a:alphaOff val="0"/>
                <a:tint val="92000"/>
                <a:satMod val="170000"/>
              </a:schemeClr>
            </a:gs>
            <a:gs pos="15000">
              <a:schemeClr val="accent3">
                <a:hueOff val="-13087232"/>
                <a:satOff val="-6729"/>
                <a:lumOff val="-2897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3087232"/>
                <a:satOff val="-6729"/>
                <a:lumOff val="-2897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3087232"/>
                <a:satOff val="-6729"/>
                <a:lumOff val="-2897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3087232"/>
                <a:satOff val="-6729"/>
                <a:lumOff val="-2897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RO Filter</a:t>
          </a:r>
          <a:endParaRPr lang="en-IN" sz="1500" kern="1200"/>
        </a:p>
      </dsp:txBody>
      <dsp:txXfrm>
        <a:off x="5644324" y="1293827"/>
        <a:ext cx="1529240" cy="917544"/>
      </dsp:txXfrm>
    </dsp:sp>
    <dsp:sp modelId="{04CEF989-80BC-459C-823C-12E50AB1BB4C}">
      <dsp:nvSpPr>
        <dsp:cNvPr id="0" name=""/>
        <dsp:cNvSpPr/>
      </dsp:nvSpPr>
      <dsp:spPr>
        <a:xfrm>
          <a:off x="1528867" y="2976149"/>
          <a:ext cx="321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125" y="45720"/>
              </a:lnTo>
            </a:path>
          </a:pathLst>
        </a:custGeom>
        <a:noFill/>
        <a:ln w="9525" cap="flat" cmpd="sng" algn="ctr">
          <a:solidFill>
            <a:schemeClr val="accent3">
              <a:hueOff val="-16826440"/>
              <a:satOff val="-8652"/>
              <a:lumOff val="-3725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680637" y="3020110"/>
        <a:ext cx="17586" cy="3517"/>
      </dsp:txXfrm>
    </dsp:sp>
    <dsp:sp modelId="{84A33C32-86D4-4B0F-A682-B67F9F706831}">
      <dsp:nvSpPr>
        <dsp:cNvPr id="0" name=""/>
        <dsp:cNvSpPr/>
      </dsp:nvSpPr>
      <dsp:spPr>
        <a:xfrm>
          <a:off x="1427" y="2563097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14956836"/>
                <a:satOff val="-7691"/>
                <a:lumOff val="-3311"/>
                <a:alphaOff val="0"/>
                <a:tint val="92000"/>
                <a:satMod val="170000"/>
              </a:schemeClr>
            </a:gs>
            <a:gs pos="15000">
              <a:schemeClr val="accent3">
                <a:hueOff val="-14956836"/>
                <a:satOff val="-7691"/>
                <a:lumOff val="-3311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4956836"/>
                <a:satOff val="-7691"/>
                <a:lumOff val="-3311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4956836"/>
                <a:satOff val="-7691"/>
                <a:lumOff val="-3311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4956836"/>
                <a:satOff val="-7691"/>
                <a:lumOff val="-3311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UV Filter</a:t>
          </a:r>
          <a:endParaRPr lang="en-IN" sz="1500" kern="1200"/>
        </a:p>
      </dsp:txBody>
      <dsp:txXfrm>
        <a:off x="1427" y="2563097"/>
        <a:ext cx="1529240" cy="917544"/>
      </dsp:txXfrm>
    </dsp:sp>
    <dsp:sp modelId="{76F2C510-91FC-4FA1-B304-A2A47B08E843}">
      <dsp:nvSpPr>
        <dsp:cNvPr id="0" name=""/>
        <dsp:cNvSpPr/>
      </dsp:nvSpPr>
      <dsp:spPr>
        <a:xfrm>
          <a:off x="1882393" y="2563097"/>
          <a:ext cx="1529240" cy="917544"/>
        </a:xfrm>
        <a:prstGeom prst="rect">
          <a:avLst/>
        </a:prstGeom>
        <a:gradFill rotWithShape="0">
          <a:gsLst>
            <a:gs pos="0">
              <a:schemeClr val="accent3">
                <a:hueOff val="-16826440"/>
                <a:satOff val="-8652"/>
                <a:lumOff val="-3725"/>
                <a:alphaOff val="0"/>
                <a:tint val="92000"/>
                <a:satMod val="170000"/>
              </a:schemeClr>
            </a:gs>
            <a:gs pos="15000">
              <a:schemeClr val="accent3">
                <a:hueOff val="-16826440"/>
                <a:satOff val="-8652"/>
                <a:lumOff val="-3725"/>
                <a:alphaOff val="0"/>
                <a:tint val="92000"/>
                <a:shade val="99000"/>
                <a:satMod val="170000"/>
              </a:schemeClr>
            </a:gs>
            <a:gs pos="62000">
              <a:schemeClr val="accent3">
                <a:hueOff val="-16826440"/>
                <a:satOff val="-8652"/>
                <a:lumOff val="-3725"/>
                <a:alphaOff val="0"/>
                <a:tint val="96000"/>
                <a:shade val="80000"/>
                <a:satMod val="170000"/>
              </a:schemeClr>
            </a:gs>
            <a:gs pos="97000">
              <a:schemeClr val="accent3">
                <a:hueOff val="-16826440"/>
                <a:satOff val="-8652"/>
                <a:lumOff val="-3725"/>
                <a:alphaOff val="0"/>
                <a:tint val="98000"/>
                <a:shade val="63000"/>
                <a:satMod val="170000"/>
              </a:schemeClr>
            </a:gs>
            <a:gs pos="100000">
              <a:schemeClr val="accent3">
                <a:hueOff val="-16826440"/>
                <a:satOff val="-8652"/>
                <a:lumOff val="-3725"/>
                <a:alphaOff val="0"/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Purified Water</a:t>
          </a:r>
          <a:endParaRPr lang="en-IN" sz="1500" kern="1200" dirty="0"/>
        </a:p>
      </dsp:txBody>
      <dsp:txXfrm>
        <a:off x="1882393" y="2563097"/>
        <a:ext cx="1529240" cy="917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B9097-E85D-4CF8-9255-9935DE0993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0DD7B-3341-4CAB-AE1D-CE18F97B84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DD7B-3341-4CAB-AE1D-CE18F97B84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91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1270-018-3909-8" TargetMode="External"/><Relationship Id="rId2" Type="http://schemas.openxmlformats.org/officeDocument/2006/relationships/hyperlink" Target="https://link.springer.com/article/10.1007/s13201-025-02485-3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mdpi.com/2076-3417/9/4/770" TargetMode="External"/><Relationship Id="rId4" Type="http://schemas.openxmlformats.org/officeDocument/2006/relationships/hyperlink" Target="https://pubmed.ncbi.nlm.nih.gov/36358042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90500"/>
            <a:ext cx="7391400" cy="418308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National Conference on Sustainable Civil Engineering &amp; Geospatial Technologies: Materials &amp; Innovations for Climate Resilience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(NCRT-SCE 2026)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Buddha Institute of  Technology </a:t>
            </a:r>
            <a:b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GIDA, Gorakhpur </a:t>
            </a:r>
            <a:b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Conference: 15</a:t>
            </a:r>
            <a:r>
              <a:rPr lang="en-I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16</a:t>
            </a:r>
            <a:r>
              <a:rPr lang="en-I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April 2026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495799"/>
            <a:ext cx="7406640" cy="825639"/>
          </a:xfrm>
        </p:spPr>
        <p:txBody>
          <a:bodyPr>
            <a:normAutofit/>
          </a:bodyPr>
          <a:lstStyle/>
          <a:p>
            <a:pPr algn="ctr"/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“Fabrication Of Grey Water Filtration System”                 JALRAKSHAK BIOPURE</a:t>
            </a: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endParaRPr lang="en-US" sz="36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90500"/>
            <a:ext cx="1610544" cy="14517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EAD570-B211-B141-D6B9-2CDB56D7DFB2}"/>
              </a:ext>
            </a:extLst>
          </p:cNvPr>
          <p:cNvSpPr txBox="1"/>
          <p:nvPr/>
        </p:nvSpPr>
        <p:spPr>
          <a:xfrm>
            <a:off x="935549" y="5397221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Under the Guidance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Mr. Pratish Kannaujiya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Assistant Professor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75FE6-2EBB-43F9-FF1A-C92A96D3BCE3}"/>
              </a:ext>
            </a:extLst>
          </p:cNvPr>
          <p:cNvSpPr txBox="1"/>
          <p:nvPr/>
        </p:nvSpPr>
        <p:spPr>
          <a:xfrm>
            <a:off x="5143500" y="5243332"/>
            <a:ext cx="4038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96" indent="0" algn="ctr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Presented By: </a:t>
            </a:r>
          </a:p>
          <a:p>
            <a:pPr marL="82296" indent="0" algn="ctr">
              <a:buNone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Dhananjay Yadav</a:t>
            </a:r>
          </a:p>
          <a:p>
            <a:pPr marL="82296" indent="0" algn="ctr">
              <a:buNone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2305250009012</a:t>
            </a:r>
          </a:p>
          <a:p>
            <a:pPr marL="82296" indent="0" algn="ctr">
              <a:buNone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 Year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4EDB9-03E3-FF03-99E9-D7B4791F0FC1}"/>
              </a:ext>
            </a:extLst>
          </p:cNvPr>
          <p:cNvSpPr txBox="1"/>
          <p:nvPr/>
        </p:nvSpPr>
        <p:spPr>
          <a:xfrm>
            <a:off x="2379652" y="6488668"/>
            <a:ext cx="5085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Civil Engineering, BIT Gorak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hpur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7406640" cy="78310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Contents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62100"/>
            <a:ext cx="7406640" cy="3733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Problem Statement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Objectives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Literature Survey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Proposed Solution / Methodology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Results &amp; Analysis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Conclusion &amp; Future Work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Acknowledgements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References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38869"/>
            <a:ext cx="1563130" cy="1409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9162" y="1441890"/>
            <a:ext cx="7406640" cy="5416110"/>
          </a:xfrm>
        </p:spPr>
        <p:txBody>
          <a:bodyPr>
            <a:normAutofit fontScale="62500" lnSpcReduction="20000"/>
          </a:bodyPr>
          <a:lstStyle/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is essential for human life and the environment. </a:t>
            </a: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portion (75–90%) of household wastewater is greywater. </a:t>
            </a: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Greywater comes from sources like bathing, laundry, and kitchen (excluding toilet waste). </a:t>
            </a: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soaps, detergents, and low organic pollutants, making it suitable for treatment and reuse. 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Reusing greywater helps in reducing the demand for freshwater.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decreases the load on sewage treatment systems.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 greywater can be used for non-potable purposes like gardening, flushing, and cleaning. 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is facing serious water scarcity, especially in urban and semi-arid regions.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Rainwater harvesting alone is not sufficient due to irregular rainfall.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Greywater reuse is a cost-effective and practical solution to this problem.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designing and fabricating a low-cost greywater filtration system (Jalrakshak Biopure).</a:t>
            </a:r>
          </a:p>
          <a:p>
            <a:pPr marL="370332" lvl="0" indent="-342900">
              <a:buFont typeface="Wingdings" panose="05000000000000000000" pitchFamily="2" charset="2"/>
              <a:buChar char="Ø"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4632" lvl="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C898-EE25-57C1-C86E-A59D0912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59E3-8475-1EA1-7A22-69F2989E0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BBE98-684C-A5B4-EF8C-983F74C0F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52" y="1407600"/>
            <a:ext cx="7406640" cy="5023852"/>
          </a:xfrm>
        </p:spPr>
        <p:txBody>
          <a:bodyPr>
            <a:normAutofit fontScale="77500" lnSpcReduction="20000"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water scarcity in India, especially in urban and semi-arid regions.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household greywater is wasted without treatment.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Untreated greywater adds pollution to water bodies and increases sewage load.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Freshwater resources are limited and depleting rapidly.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water management is essential for sustainable development.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Reusing greywater can significantly reduce water demand and environmental impact.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Gap: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affordable and efficient greywater treatment systems at household level.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awareness about greywater reuse. </a:t>
            </a:r>
          </a:p>
          <a:p>
            <a:pPr marL="484632" lvl="0" indent="-4572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often costly or complex for common use.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010BF-24AE-04E9-FE2F-B87EF594E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A00C-D026-1CBE-7D43-6F350EBB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CA94-A1B7-679A-593A-58BB6FBC0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67786-E93E-7FC6-4231-48C3B735E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52" y="1407600"/>
            <a:ext cx="7299548" cy="3088200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use of freshwater by reusing treated greywater.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treat greywater so it can be safely used for non-potable purposes like flushing, gardening, and cleaning.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lvl="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fabricate a low-cost and efficient greywater filtration system.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physical, chemical, and biological properties of greywater.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and effectiveness of the filtration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91B4D-0338-375B-20C5-A4A95F220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6D92A8CC-3072-7A02-7F14-4CC91ADEE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495800"/>
            <a:ext cx="31242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A15C2D6-8223-9B76-FD68-D19089193DCA}"/>
              </a:ext>
            </a:extLst>
          </p:cNvPr>
          <p:cNvSpPr/>
          <p:nvPr/>
        </p:nvSpPr>
        <p:spPr>
          <a:xfrm>
            <a:off x="5791200" y="4457626"/>
            <a:ext cx="2099187" cy="1973825"/>
          </a:xfrm>
          <a:prstGeom prst="ellipse">
            <a:avLst/>
          </a:prstGeom>
          <a:blipFill>
            <a:blip r:embed="rId4"/>
            <a:srcRect/>
            <a:stretch>
              <a:fillRect/>
            </a:stretch>
          </a:blipFill>
          <a:scene3d>
            <a:camera prst="orthographicFront"/>
            <a:lightRig rig="threePt" dir="t">
              <a:rot lat="0" lon="0" rev="7500000"/>
            </a:lightRig>
          </a:scene3d>
          <a:sp3d z="152400" extrusionH="63500" prstMaterial="matte">
            <a:bevelT w="50800" h="19050" prst="relaxedInset"/>
            <a:contourClr>
              <a:schemeClr val="bg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0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FB5E-3E34-BFF7-7088-83E6CF88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B080-8A67-B3F4-33DF-42350D96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74D16-14DD-63CE-F325-177BB5A7E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1560000"/>
            <a:ext cx="7406640" cy="4764600"/>
          </a:xfrm>
        </p:spPr>
        <p:txBody>
          <a:bodyPr>
            <a:normAutofit/>
          </a:bodyPr>
          <a:lstStyle/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Piyush Gupta (2016)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"Design and Performance Evaluation of a Greywater Treatment System for Residential Complexes in India". 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Himanshu Joshi (2017)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the Evaluation of Low-Cost Greywater Treatment Systems for Urban Areas in India. This research article evaluates the performance of low-cost greywater treatment systems suitable for urban areas in India. 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Shashwat G. Mishra (2018)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the task on Assessment of Greywater Treatment Technologies for Urban India. This study assesses different greywater treatment technologies for urban India. 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Keshav Mohan(2021)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Greywater Recycling for Domestic Use in India. This review article explores the opportunities, challenges, and perspectives of greywater recycling for domestic use in India. </a:t>
            </a:r>
          </a:p>
          <a:p>
            <a:pPr marL="484632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C313E-27A5-D813-EABF-EA41B429F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3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F862-0CBA-114F-E733-1FA3A2D4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8DD1-FE8B-FCFF-6BF2-68D75DFC6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8"/>
            <a:ext cx="7832948" cy="1326051"/>
          </a:xfrm>
        </p:spPr>
        <p:txBody>
          <a:bodyPr>
            <a:noAutofit/>
          </a:bodyPr>
          <a:lstStyle/>
          <a:p>
            <a:br>
              <a:rPr lang="en-US" dirty="0">
                <a:solidFill>
                  <a:srgbClr val="0070C0"/>
                </a:solidFill>
              </a:rPr>
            </a:b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  <a:br>
              <a:rPr lang="en-US" sz="4400" dirty="0">
                <a:solidFill>
                  <a:schemeClr val="tx2">
                    <a:lumMod val="75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CDEAF-8343-E037-CB0A-B6BA4B14B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1676400"/>
            <a:ext cx="7406640" cy="4755052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multi-stage greywater filtration system is designed for effective treatment.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physical, chemical, and biological processes is used.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Gravity-based flow along with pump-assisted filtration ensures smooth operation.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filtration using sand, gravel, charcoal, and coconut husk.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 process to remove odor, color, and chemicals.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 and UV treatment for final purification and disinfection.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testing (pH, TDS, BOD, COD) before and after treatment. 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Biofilter materials: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sand, gravel, charcoal, coconut husk.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Filtration units: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sediment filter, carbon filter, RO filter, UV filter. </a:t>
            </a:r>
          </a:p>
          <a:p>
            <a:pPr marL="598932" lvl="0" indent="-571500">
              <a:buFont typeface="Wingdings" panose="05000000000000000000" pitchFamily="2" charset="2"/>
              <a:buChar char="Ø"/>
            </a:pPr>
            <a:r>
              <a:rPr lang="en-US" sz="3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Equipment: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booster pump, pipes, containers, pH meter. 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2DDD7-5100-04B4-067E-514325970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7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9E24-4B7A-99F7-20CA-C05551C13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2F53A-E575-0938-D714-18D78F2F3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  <p:pic>
        <p:nvPicPr>
          <p:cNvPr id="5" name="Image 48">
            <a:extLst>
              <a:ext uri="{FF2B5EF4-FFF2-40B4-BE49-F238E27FC236}">
                <a16:creationId xmlns:a16="http://schemas.microsoft.com/office/drawing/2014/main" id="{FF36A9D1-A383-C004-1880-2F8CA4AA0D9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435608" y="1725174"/>
            <a:ext cx="4279392" cy="2084826"/>
          </a:xfrm>
          <a:prstGeom prst="rect">
            <a:avLst/>
          </a:prstGeom>
        </p:spPr>
      </p:pic>
      <p:pic>
        <p:nvPicPr>
          <p:cNvPr id="6" name="Image 46">
            <a:extLst>
              <a:ext uri="{FF2B5EF4-FFF2-40B4-BE49-F238E27FC236}">
                <a16:creationId xmlns:a16="http://schemas.microsoft.com/office/drawing/2014/main" id="{B18BEB50-28AB-E3CA-350B-9F5A6BC4885C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9800" y="1828801"/>
            <a:ext cx="2667000" cy="1981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F9C411-5D03-26EA-8176-46C2E0F98F9D}"/>
              </a:ext>
            </a:extLst>
          </p:cNvPr>
          <p:cNvSpPr txBox="1"/>
          <p:nvPr/>
        </p:nvSpPr>
        <p:spPr>
          <a:xfrm>
            <a:off x="1806677" y="3840256"/>
            <a:ext cx="3886200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Equipment and Filtration Units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D373E-221B-6EA4-9EE3-50B290147F5B}"/>
              </a:ext>
            </a:extLst>
          </p:cNvPr>
          <p:cNvSpPr txBox="1"/>
          <p:nvPr/>
        </p:nvSpPr>
        <p:spPr>
          <a:xfrm>
            <a:off x="5987845" y="3821668"/>
            <a:ext cx="2913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Composition of Biofilter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66FC9-3BF9-E6AE-C3AB-FB148DEE1965}"/>
              </a:ext>
            </a:extLst>
          </p:cNvPr>
          <p:cNvSpPr txBox="1"/>
          <p:nvPr/>
        </p:nvSpPr>
        <p:spPr>
          <a:xfrm>
            <a:off x="1435608" y="4282509"/>
            <a:ext cx="7854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greywater sample.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Biofilter with multiple layers.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water through booster pump and filters (sediment, carbon, mineral).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treatment with RO and UV filters.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 before and after treatment.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Biofilter acts as first stage removing large particles and improving clarity.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flow through filters ensures progressive water quality improvement.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800"/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1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9D87-58B5-8260-396F-63D1458F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Cont....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73C978B-2E56-57AE-39BC-5813842ED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627925"/>
              </p:ext>
            </p:extLst>
          </p:nvPr>
        </p:nvGraphicFramePr>
        <p:xfrm>
          <a:off x="1597152" y="2667000"/>
          <a:ext cx="7174992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DB2B9BB-3AED-4724-B6E2-9C084F7B83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83325E-300E-DE15-332E-63325A11904B}"/>
              </a:ext>
            </a:extLst>
          </p:cNvPr>
          <p:cNvSpPr txBox="1"/>
          <p:nvPr/>
        </p:nvSpPr>
        <p:spPr>
          <a:xfrm>
            <a:off x="2667000" y="1720507"/>
            <a:ext cx="4724400" cy="715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b="1" u="sng" dirty="0">
                <a:latin typeface="Times New Roman" panose="02020603050405020304" pitchFamily="18" charset="0"/>
              </a:rPr>
              <a:t>Block Diagram of Grey Water Filtration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220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E806-6E3F-D641-CC45-C096B45A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5EF1-F5B9-B995-EEB0-94A429489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9704A-45E0-7FBC-F514-3353D27C1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532" y="1295400"/>
            <a:ext cx="7802468" cy="5562600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improved closer to neutral after complete filtration.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shows improvement in ph.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C6859-FD29-DDAF-31EA-4CFA05E37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8BFB131-1CDD-6B56-71F5-C640AF02DB0D}"/>
              </a:ext>
            </a:extLst>
          </p:cNvPr>
          <p:cNvGrpSpPr>
            <a:grpSpLocks/>
          </p:cNvGrpSpPr>
          <p:nvPr/>
        </p:nvGrpSpPr>
        <p:grpSpPr>
          <a:xfrm>
            <a:off x="2209800" y="2362201"/>
            <a:ext cx="5592668" cy="1905000"/>
            <a:chOff x="4762" y="4762"/>
            <a:chExt cx="5102225" cy="2696210"/>
          </a:xfrm>
        </p:grpSpPr>
        <p:sp>
          <p:nvSpPr>
            <p:cNvPr id="6" name="Graphic 52">
              <a:extLst>
                <a:ext uri="{FF2B5EF4-FFF2-40B4-BE49-F238E27FC236}">
                  <a16:creationId xmlns:a16="http://schemas.microsoft.com/office/drawing/2014/main" id="{4B69969A-7D35-4875-1C27-38B19DEC9096}"/>
                </a:ext>
              </a:extLst>
            </p:cNvPr>
            <p:cNvSpPr/>
            <p:nvPr/>
          </p:nvSpPr>
          <p:spPr>
            <a:xfrm>
              <a:off x="464184" y="594296"/>
              <a:ext cx="4518025" cy="1117600"/>
            </a:xfrm>
            <a:custGeom>
              <a:avLst/>
              <a:gdLst/>
              <a:ahLst/>
              <a:cxnLst/>
              <a:rect l="l" t="t" r="r" b="b"/>
              <a:pathLst>
                <a:path w="4518025" h="1117600">
                  <a:moveTo>
                    <a:pt x="0" y="1117092"/>
                  </a:moveTo>
                  <a:lnTo>
                    <a:pt x="4518025" y="1117092"/>
                  </a:lnTo>
                </a:path>
                <a:path w="4518025" h="1117600">
                  <a:moveTo>
                    <a:pt x="0" y="931164"/>
                  </a:moveTo>
                  <a:lnTo>
                    <a:pt x="4518025" y="931164"/>
                  </a:lnTo>
                </a:path>
                <a:path w="4518025" h="1117600">
                  <a:moveTo>
                    <a:pt x="0" y="745109"/>
                  </a:moveTo>
                  <a:lnTo>
                    <a:pt x="4518025" y="745109"/>
                  </a:lnTo>
                </a:path>
                <a:path w="4518025" h="1117600">
                  <a:moveTo>
                    <a:pt x="0" y="559181"/>
                  </a:moveTo>
                  <a:lnTo>
                    <a:pt x="4518025" y="559181"/>
                  </a:lnTo>
                </a:path>
                <a:path w="4518025" h="1117600">
                  <a:moveTo>
                    <a:pt x="0" y="371983"/>
                  </a:moveTo>
                  <a:lnTo>
                    <a:pt x="4518025" y="371983"/>
                  </a:lnTo>
                </a:path>
                <a:path w="4518025" h="1117600">
                  <a:moveTo>
                    <a:pt x="0" y="185927"/>
                  </a:moveTo>
                  <a:lnTo>
                    <a:pt x="4518025" y="185927"/>
                  </a:lnTo>
                </a:path>
                <a:path w="4518025" h="1117600">
                  <a:moveTo>
                    <a:pt x="0" y="0"/>
                  </a:moveTo>
                  <a:lnTo>
                    <a:pt x="4518025" y="0"/>
                  </a:lnTo>
                </a:path>
              </a:pathLst>
            </a:custGeom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7" name="Graphic 53">
              <a:extLst>
                <a:ext uri="{FF2B5EF4-FFF2-40B4-BE49-F238E27FC236}">
                  <a16:creationId xmlns:a16="http://schemas.microsoft.com/office/drawing/2014/main" id="{D8249049-3C7C-53A9-CE7E-8BB600158B6C}"/>
                </a:ext>
              </a:extLst>
            </p:cNvPr>
            <p:cNvSpPr/>
            <p:nvPr/>
          </p:nvSpPr>
          <p:spPr>
            <a:xfrm>
              <a:off x="915797" y="599630"/>
              <a:ext cx="3614420" cy="199390"/>
            </a:xfrm>
            <a:custGeom>
              <a:avLst/>
              <a:gdLst/>
              <a:ahLst/>
              <a:cxnLst/>
              <a:rect l="l" t="t" r="r" b="b"/>
              <a:pathLst>
                <a:path w="3614420" h="199390">
                  <a:moveTo>
                    <a:pt x="0" y="26288"/>
                  </a:moveTo>
                  <a:lnTo>
                    <a:pt x="903732" y="199135"/>
                  </a:lnTo>
                  <a:lnTo>
                    <a:pt x="1806828" y="0"/>
                  </a:lnTo>
                  <a:lnTo>
                    <a:pt x="2710053" y="5968"/>
                  </a:lnTo>
                  <a:lnTo>
                    <a:pt x="3614293" y="69214"/>
                  </a:lnTo>
                </a:path>
              </a:pathLst>
            </a:custGeom>
            <a:ln w="28575">
              <a:solidFill>
                <a:srgbClr val="EB792C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pic>
          <p:nvPicPr>
            <p:cNvPr id="8" name="Image 54">
              <a:extLst>
                <a:ext uri="{FF2B5EF4-FFF2-40B4-BE49-F238E27FC236}">
                  <a16:creationId xmlns:a16="http://schemas.microsoft.com/office/drawing/2014/main" id="{46D0DC51-03B5-1563-D44D-2773E4C368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030" y="591317"/>
              <a:ext cx="65641" cy="69146"/>
            </a:xfrm>
            <a:prstGeom prst="rect">
              <a:avLst/>
            </a:prstGeom>
          </p:spPr>
        </p:pic>
        <p:pic>
          <p:nvPicPr>
            <p:cNvPr id="9" name="Image 55">
              <a:extLst>
                <a:ext uri="{FF2B5EF4-FFF2-40B4-BE49-F238E27FC236}">
                  <a16:creationId xmlns:a16="http://schemas.microsoft.com/office/drawing/2014/main" id="{4969F59F-97F5-6A1B-B0E4-43ADB83E15D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7270" y="764169"/>
              <a:ext cx="65641" cy="69141"/>
            </a:xfrm>
            <a:prstGeom prst="rect">
              <a:avLst/>
            </a:prstGeom>
          </p:spPr>
        </p:pic>
        <p:pic>
          <p:nvPicPr>
            <p:cNvPr id="10" name="Image 56">
              <a:extLst>
                <a:ext uri="{FF2B5EF4-FFF2-40B4-BE49-F238E27FC236}">
                  <a16:creationId xmlns:a16="http://schemas.microsoft.com/office/drawing/2014/main" id="{715D6774-C9B8-0934-14E4-05533716198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0367" y="565664"/>
              <a:ext cx="65639" cy="69145"/>
            </a:xfrm>
            <a:prstGeom prst="rect">
              <a:avLst/>
            </a:prstGeom>
          </p:spPr>
        </p:pic>
        <p:pic>
          <p:nvPicPr>
            <p:cNvPr id="11" name="Image 57">
              <a:extLst>
                <a:ext uri="{FF2B5EF4-FFF2-40B4-BE49-F238E27FC236}">
                  <a16:creationId xmlns:a16="http://schemas.microsoft.com/office/drawing/2014/main" id="{3A9CCA01-15F9-D33D-8BF7-86844CA3243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3591" y="571000"/>
              <a:ext cx="65638" cy="69142"/>
            </a:xfrm>
            <a:prstGeom prst="rect">
              <a:avLst/>
            </a:prstGeom>
          </p:spPr>
        </p:pic>
        <p:pic>
          <p:nvPicPr>
            <p:cNvPr id="12" name="Image 58">
              <a:extLst>
                <a:ext uri="{FF2B5EF4-FFF2-40B4-BE49-F238E27FC236}">
                  <a16:creationId xmlns:a16="http://schemas.microsoft.com/office/drawing/2014/main" id="{5A239309-2D52-E3ED-B900-1F1D4C57410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8466" y="634244"/>
              <a:ext cx="65639" cy="69145"/>
            </a:xfrm>
            <a:prstGeom prst="rect">
              <a:avLst/>
            </a:prstGeom>
          </p:spPr>
        </p:pic>
        <p:sp>
          <p:nvSpPr>
            <p:cNvPr id="13" name="Graphic 59">
              <a:extLst>
                <a:ext uri="{FF2B5EF4-FFF2-40B4-BE49-F238E27FC236}">
                  <a16:creationId xmlns:a16="http://schemas.microsoft.com/office/drawing/2014/main" id="{A0FC96A8-B8C0-9312-4641-5346D2059F11}"/>
                </a:ext>
              </a:extLst>
            </p:cNvPr>
            <p:cNvSpPr/>
            <p:nvPr/>
          </p:nvSpPr>
          <p:spPr>
            <a:xfrm>
              <a:off x="464184" y="407733"/>
              <a:ext cx="4518025" cy="1490980"/>
            </a:xfrm>
            <a:custGeom>
              <a:avLst/>
              <a:gdLst/>
              <a:ahLst/>
              <a:cxnLst/>
              <a:rect l="l" t="t" r="r" b="b"/>
              <a:pathLst>
                <a:path w="4518025" h="1490980">
                  <a:moveTo>
                    <a:pt x="0" y="0"/>
                  </a:moveTo>
                  <a:lnTo>
                    <a:pt x="4518025" y="0"/>
                  </a:lnTo>
                </a:path>
                <a:path w="4518025" h="1490980">
                  <a:moveTo>
                    <a:pt x="0" y="1490852"/>
                  </a:moveTo>
                  <a:lnTo>
                    <a:pt x="4518025" y="1490852"/>
                  </a:lnTo>
                </a:path>
              </a:pathLst>
            </a:custGeom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4" name="Graphic 60">
              <a:extLst>
                <a:ext uri="{FF2B5EF4-FFF2-40B4-BE49-F238E27FC236}">
                  <a16:creationId xmlns:a16="http://schemas.microsoft.com/office/drawing/2014/main" id="{3D405202-B0E5-F6E8-E914-58B30CC07855}"/>
                </a:ext>
              </a:extLst>
            </p:cNvPr>
            <p:cNvSpPr/>
            <p:nvPr/>
          </p:nvSpPr>
          <p:spPr>
            <a:xfrm>
              <a:off x="915797" y="1899221"/>
              <a:ext cx="3614420" cy="1270"/>
            </a:xfrm>
            <a:custGeom>
              <a:avLst/>
              <a:gdLst/>
              <a:ahLst/>
              <a:cxnLst/>
              <a:rect l="l" t="t" r="r" b="b"/>
              <a:pathLst>
                <a:path w="3614420">
                  <a:moveTo>
                    <a:pt x="0" y="0"/>
                  </a:moveTo>
                  <a:lnTo>
                    <a:pt x="903732" y="0"/>
                  </a:lnTo>
                  <a:lnTo>
                    <a:pt x="1806828" y="0"/>
                  </a:lnTo>
                  <a:lnTo>
                    <a:pt x="2710053" y="0"/>
                  </a:lnTo>
                  <a:lnTo>
                    <a:pt x="3614293" y="0"/>
                  </a:lnTo>
                </a:path>
              </a:pathLst>
            </a:custGeom>
            <a:ln w="28575">
              <a:solidFill>
                <a:srgbClr val="446DC4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pic>
          <p:nvPicPr>
            <p:cNvPr id="15" name="Image 61">
              <a:extLst>
                <a:ext uri="{FF2B5EF4-FFF2-40B4-BE49-F238E27FC236}">
                  <a16:creationId xmlns:a16="http://schemas.microsoft.com/office/drawing/2014/main" id="{24C4A823-3DA5-C35E-78F4-0935A7D4F31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3030" y="1864622"/>
              <a:ext cx="65641" cy="69142"/>
            </a:xfrm>
            <a:prstGeom prst="rect">
              <a:avLst/>
            </a:prstGeom>
          </p:spPr>
        </p:pic>
        <p:pic>
          <p:nvPicPr>
            <p:cNvPr id="16" name="Image 62">
              <a:extLst>
                <a:ext uri="{FF2B5EF4-FFF2-40B4-BE49-F238E27FC236}">
                  <a16:creationId xmlns:a16="http://schemas.microsoft.com/office/drawing/2014/main" id="{58AA18C1-7CE3-63E4-CE4C-0AEC71BE06A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7270" y="1864620"/>
              <a:ext cx="65639" cy="69145"/>
            </a:xfrm>
            <a:prstGeom prst="rect">
              <a:avLst/>
            </a:prstGeom>
          </p:spPr>
        </p:pic>
        <p:pic>
          <p:nvPicPr>
            <p:cNvPr id="17" name="Image 63">
              <a:extLst>
                <a:ext uri="{FF2B5EF4-FFF2-40B4-BE49-F238E27FC236}">
                  <a16:creationId xmlns:a16="http://schemas.microsoft.com/office/drawing/2014/main" id="{C280219C-D6DB-2414-FABC-64AC454699D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0367" y="1864622"/>
              <a:ext cx="65639" cy="69142"/>
            </a:xfrm>
            <a:prstGeom prst="rect">
              <a:avLst/>
            </a:prstGeom>
          </p:spPr>
        </p:pic>
        <p:pic>
          <p:nvPicPr>
            <p:cNvPr id="18" name="Image 64">
              <a:extLst>
                <a:ext uri="{FF2B5EF4-FFF2-40B4-BE49-F238E27FC236}">
                  <a16:creationId xmlns:a16="http://schemas.microsoft.com/office/drawing/2014/main" id="{D188CD59-71A5-8615-AE4C-C0B68735F71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3591" y="1864620"/>
              <a:ext cx="65638" cy="69145"/>
            </a:xfrm>
            <a:prstGeom prst="rect">
              <a:avLst/>
            </a:prstGeom>
          </p:spPr>
        </p:pic>
        <p:pic>
          <p:nvPicPr>
            <p:cNvPr id="19" name="Image 65">
              <a:extLst>
                <a:ext uri="{FF2B5EF4-FFF2-40B4-BE49-F238E27FC236}">
                  <a16:creationId xmlns:a16="http://schemas.microsoft.com/office/drawing/2014/main" id="{71C2E28A-A361-19EE-B946-14FCBEC214A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8466" y="1864622"/>
              <a:ext cx="65639" cy="69142"/>
            </a:xfrm>
            <a:prstGeom prst="rect">
              <a:avLst/>
            </a:prstGeom>
          </p:spPr>
        </p:pic>
        <p:pic>
          <p:nvPicPr>
            <p:cNvPr id="20" name="Image 66">
              <a:extLst>
                <a:ext uri="{FF2B5EF4-FFF2-40B4-BE49-F238E27FC236}">
                  <a16:creationId xmlns:a16="http://schemas.microsoft.com/office/drawing/2014/main" id="{7DA2AC88-767F-DB9A-3265-80EBD5F2437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38882" y="2494034"/>
              <a:ext cx="217297" cy="69142"/>
            </a:xfrm>
            <a:prstGeom prst="rect">
              <a:avLst/>
            </a:prstGeom>
          </p:spPr>
        </p:pic>
        <p:pic>
          <p:nvPicPr>
            <p:cNvPr id="21" name="Image 67">
              <a:extLst>
                <a:ext uri="{FF2B5EF4-FFF2-40B4-BE49-F238E27FC236}">
                  <a16:creationId xmlns:a16="http://schemas.microsoft.com/office/drawing/2014/main" id="{9A6188CA-70FA-A6B7-6C55-DCCD585FC8A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4604" y="2494034"/>
              <a:ext cx="217297" cy="69142"/>
            </a:xfrm>
            <a:prstGeom prst="rect">
              <a:avLst/>
            </a:prstGeom>
          </p:spPr>
        </p:pic>
        <p:sp>
          <p:nvSpPr>
            <p:cNvPr id="22" name="Graphic 68">
              <a:extLst>
                <a:ext uri="{FF2B5EF4-FFF2-40B4-BE49-F238E27FC236}">
                  <a16:creationId xmlns:a16="http://schemas.microsoft.com/office/drawing/2014/main" id="{21EE356F-C6D5-2217-B53B-3DE7E174BC0C}"/>
                </a:ext>
              </a:extLst>
            </p:cNvPr>
            <p:cNvSpPr/>
            <p:nvPr/>
          </p:nvSpPr>
          <p:spPr>
            <a:xfrm>
              <a:off x="4762" y="4762"/>
              <a:ext cx="5102225" cy="2696210"/>
            </a:xfrm>
            <a:custGeom>
              <a:avLst/>
              <a:gdLst/>
              <a:ahLst/>
              <a:cxnLst/>
              <a:rect l="l" t="t" r="r" b="b"/>
              <a:pathLst>
                <a:path w="5102225" h="2696210">
                  <a:moveTo>
                    <a:pt x="0" y="2696210"/>
                  </a:moveTo>
                  <a:lnTo>
                    <a:pt x="5101971" y="2696210"/>
                  </a:lnTo>
                  <a:lnTo>
                    <a:pt x="5101971" y="0"/>
                  </a:lnTo>
                  <a:lnTo>
                    <a:pt x="0" y="0"/>
                  </a:lnTo>
                  <a:lnTo>
                    <a:pt x="0" y="269621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Textbox 70">
              <a:extLst>
                <a:ext uri="{FF2B5EF4-FFF2-40B4-BE49-F238E27FC236}">
                  <a16:creationId xmlns:a16="http://schemas.microsoft.com/office/drawing/2014/main" id="{DA347489-CFF9-A7AC-EB35-C07A990E45AE}"/>
                </a:ext>
              </a:extLst>
            </p:cNvPr>
            <p:cNvSpPr txBox="1"/>
            <p:nvPr/>
          </p:nvSpPr>
          <p:spPr>
            <a:xfrm>
              <a:off x="319786" y="374840"/>
              <a:ext cx="71120" cy="149225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15"/>
                </a:lnSpc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270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70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7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lnSpc>
                  <a:spcPts val="1080"/>
                </a:lnSpc>
                <a:spcBef>
                  <a:spcPts val="485"/>
                </a:spcBef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" name="Textbox 71">
              <a:extLst>
                <a:ext uri="{FF2B5EF4-FFF2-40B4-BE49-F238E27FC236}">
                  <a16:creationId xmlns:a16="http://schemas.microsoft.com/office/drawing/2014/main" id="{3B52AE2A-FBBC-34FA-1B20-1674D6B999AA}"/>
                </a:ext>
              </a:extLst>
            </p:cNvPr>
            <p:cNvSpPr txBox="1"/>
            <p:nvPr/>
          </p:nvSpPr>
          <p:spPr>
            <a:xfrm>
              <a:off x="696213" y="2000719"/>
              <a:ext cx="206375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2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grey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" name="Textbox 72">
              <a:extLst>
                <a:ext uri="{FF2B5EF4-FFF2-40B4-BE49-F238E27FC236}">
                  <a16:creationId xmlns:a16="http://schemas.microsoft.com/office/drawing/2014/main" id="{92A5D108-F935-368B-6B45-DA4971A0D3EE}"/>
                </a:ext>
              </a:extLst>
            </p:cNvPr>
            <p:cNvSpPr txBox="1"/>
            <p:nvPr/>
          </p:nvSpPr>
          <p:spPr>
            <a:xfrm>
              <a:off x="1633854" y="2000719"/>
              <a:ext cx="182880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2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fine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Textbox 73">
              <a:extLst>
                <a:ext uri="{FF2B5EF4-FFF2-40B4-BE49-F238E27FC236}">
                  <a16:creationId xmlns:a16="http://schemas.microsoft.com/office/drawing/2014/main" id="{9DE54A50-17F2-BDAB-6ED6-805329E0F095}"/>
                </a:ext>
              </a:extLst>
            </p:cNvPr>
            <p:cNvSpPr txBox="1"/>
            <p:nvPr/>
          </p:nvSpPr>
          <p:spPr>
            <a:xfrm>
              <a:off x="2574417" y="2006815"/>
              <a:ext cx="330200" cy="29019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5715" algn="ctr">
                <a:lnSpc>
                  <a:spcPts val="920"/>
                </a:lnSpc>
                <a:buNone/>
              </a:pPr>
              <a:r>
                <a:rPr lang="en-US" sz="900" spc="-1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gravel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ctr">
                <a:lnSpc>
                  <a:spcPts val="1200"/>
                </a:lnSpc>
                <a:spcBef>
                  <a:spcPts val="165"/>
                </a:spcBef>
                <a:buNone/>
              </a:pPr>
              <a:r>
                <a:rPr lang="en-US" sz="1000" spc="-1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Water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" name="Textbox 74">
              <a:extLst>
                <a:ext uri="{FF2B5EF4-FFF2-40B4-BE49-F238E27FC236}">
                  <a16:creationId xmlns:a16="http://schemas.microsoft.com/office/drawing/2014/main" id="{8C9F140E-A00C-1958-9E57-77F4BA8A270F}"/>
                </a:ext>
              </a:extLst>
            </p:cNvPr>
            <p:cNvSpPr txBox="1"/>
            <p:nvPr/>
          </p:nvSpPr>
          <p:spPr>
            <a:xfrm>
              <a:off x="3455289" y="2000719"/>
              <a:ext cx="316865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1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charco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Textbox 75">
              <a:extLst>
                <a:ext uri="{FF2B5EF4-FFF2-40B4-BE49-F238E27FC236}">
                  <a16:creationId xmlns:a16="http://schemas.microsoft.com/office/drawing/2014/main" id="{3BBF030F-2667-FB70-DF9A-D6412E70918E}"/>
                </a:ext>
              </a:extLst>
            </p:cNvPr>
            <p:cNvSpPr txBox="1"/>
            <p:nvPr/>
          </p:nvSpPr>
          <p:spPr>
            <a:xfrm>
              <a:off x="4316729" y="2000719"/>
              <a:ext cx="163195" cy="11493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25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pre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Textbox 76">
              <a:extLst>
                <a:ext uri="{FF2B5EF4-FFF2-40B4-BE49-F238E27FC236}">
                  <a16:creationId xmlns:a16="http://schemas.microsoft.com/office/drawing/2014/main" id="{0AF0E564-270F-37A2-EF84-50CF186FBE45}"/>
                </a:ext>
              </a:extLst>
            </p:cNvPr>
            <p:cNvSpPr txBox="1"/>
            <p:nvPr/>
          </p:nvSpPr>
          <p:spPr>
            <a:xfrm>
              <a:off x="2799969" y="2493581"/>
              <a:ext cx="73025" cy="114300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ts val="900"/>
                </a:lnSpc>
                <a:buNone/>
              </a:pPr>
              <a:r>
                <a:rPr lang="en-US" sz="900" spc="-50">
                  <a:solidFill>
                    <a:srgbClr val="545454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IN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A43F3AE-D41A-76B3-6DFC-1493969A1447}"/>
              </a:ext>
            </a:extLst>
          </p:cNvPr>
          <p:cNvSpPr txBox="1"/>
          <p:nvPr/>
        </p:nvSpPr>
        <p:spPr>
          <a:xfrm>
            <a:off x="1102031" y="3095274"/>
            <a:ext cx="1107769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 Values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B68BC1-38D8-2CA8-563F-40DB9A1E99E7}"/>
              </a:ext>
            </a:extLst>
          </p:cNvPr>
          <p:cNvSpPr txBox="1"/>
          <p:nvPr/>
        </p:nvSpPr>
        <p:spPr>
          <a:xfrm>
            <a:off x="2184400" y="4196347"/>
            <a:ext cx="5863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Schematic</a:t>
            </a:r>
            <a:r>
              <a:rPr lang="en-US" sz="16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Graphical</a:t>
            </a:r>
            <a:r>
              <a:rPr lang="en-US" sz="16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representation</a:t>
            </a:r>
            <a:r>
              <a:rPr lang="en-US" sz="16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en-US" sz="16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en-US" sz="16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values</a:t>
            </a:r>
            <a:endParaRPr lang="en-IN" sz="1600" dirty="0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1FA9458-9BC0-CCBD-4C52-9E217A520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290580"/>
              </p:ext>
            </p:extLst>
          </p:nvPr>
        </p:nvGraphicFramePr>
        <p:xfrm>
          <a:off x="2209800" y="4625541"/>
          <a:ext cx="5637980" cy="191017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107047">
                  <a:extLst>
                    <a:ext uri="{9D8B030D-6E8A-4147-A177-3AD203B41FA5}">
                      <a16:colId xmlns:a16="http://schemas.microsoft.com/office/drawing/2014/main" val="2498914738"/>
                    </a:ext>
                  </a:extLst>
                </a:gridCol>
                <a:gridCol w="2675864">
                  <a:extLst>
                    <a:ext uri="{9D8B030D-6E8A-4147-A177-3AD203B41FA5}">
                      <a16:colId xmlns:a16="http://schemas.microsoft.com/office/drawing/2014/main" val="314476008"/>
                    </a:ext>
                  </a:extLst>
                </a:gridCol>
                <a:gridCol w="1855069">
                  <a:extLst>
                    <a:ext uri="{9D8B030D-6E8A-4147-A177-3AD203B41FA5}">
                      <a16:colId xmlns:a16="http://schemas.microsoft.com/office/drawing/2014/main" val="1369201183"/>
                    </a:ext>
                  </a:extLst>
                </a:gridCol>
              </a:tblGrid>
              <a:tr h="362215">
                <a:tc>
                  <a:txBody>
                    <a:bodyPr/>
                    <a:lstStyle/>
                    <a:p>
                      <a:pPr marL="71120" algn="ctr">
                        <a:lnSpc>
                          <a:spcPts val="15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</a:t>
                      </a:r>
                      <a:r>
                        <a:rPr lang="en-US" sz="14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540"/>
                        </a:lnSpc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5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r>
                        <a:rPr lang="en-US" sz="14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3053016"/>
                  </a:ext>
                </a:extLst>
              </a:tr>
              <a:tr h="309250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Grey</a:t>
                      </a:r>
                      <a:r>
                        <a:rPr lang="en-US" sz="14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</a:t>
                      </a:r>
                      <a:r>
                        <a:rPr lang="en-US" sz="14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972521"/>
                  </a:ext>
                </a:extLst>
              </a:tr>
              <a:tr h="308396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</a:t>
                      </a:r>
                      <a:r>
                        <a:rPr lang="en-US" sz="14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Sand</a:t>
                      </a:r>
                      <a:r>
                        <a:rPr lang="en-US" sz="1400" spc="-4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42492415"/>
                  </a:ext>
                </a:extLst>
              </a:tr>
              <a:tr h="309250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Charcoal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6.97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57343199"/>
                  </a:ext>
                </a:extLst>
              </a:tr>
              <a:tr h="309250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Gravel</a:t>
                      </a:r>
                      <a:r>
                        <a:rPr lang="en-US" sz="1400" spc="-6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5026071"/>
                  </a:ext>
                </a:extLst>
              </a:tr>
              <a:tr h="311812"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r>
                        <a:rPr lang="en-US" sz="1400" spc="-8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340"/>
                        </a:lnSpc>
                        <a:buNone/>
                      </a:pPr>
                      <a:r>
                        <a:rPr lang="en-US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35309852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4DF4CDC8-4DF0-FAB4-E10C-0838EEAE0257}"/>
              </a:ext>
            </a:extLst>
          </p:cNvPr>
          <p:cNvSpPr txBox="1"/>
          <p:nvPr/>
        </p:nvSpPr>
        <p:spPr>
          <a:xfrm>
            <a:off x="2219376" y="6571352"/>
            <a:ext cx="4572000" cy="27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30"/>
              </a:lnSpc>
              <a:buNone/>
            </a:pPr>
            <a:r>
              <a:rPr lang="en-US" sz="1800" b="1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en-US" sz="1800" b="1" spc="-10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</a:t>
            </a:r>
            <a:r>
              <a:rPr lang="en-US" sz="1800" b="1" spc="-75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800" b="1" spc="-95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</a:t>
            </a:r>
            <a:r>
              <a:rPr lang="en-US" sz="1800" b="1" spc="-4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10" dirty="0">
                <a:solidFill>
                  <a:srgbClr val="54545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water</a:t>
            </a:r>
            <a:endParaRPr lang="en-IN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951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7C0A-5CEE-67CE-1B66-8BAD85DA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56719-8BD1-7551-FCA3-55C09AFD1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295400"/>
            <a:ext cx="7943088" cy="14076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Comparison: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Untreated greywater: high turbidity, odor, and pollutants.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 greywater: cleaner, safer, and usable for non-potable purposes.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difference shows effectiveness of the filtration system.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F440D-467D-8A2D-DD9A-AE7AC43C4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24000" cy="14076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487A5D-31AD-5065-EFCC-9EE9076F4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535072"/>
              </p:ext>
            </p:extLst>
          </p:nvPr>
        </p:nvGraphicFramePr>
        <p:xfrm>
          <a:off x="1193506" y="2703000"/>
          <a:ext cx="7740182" cy="37856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39247">
                  <a:extLst>
                    <a:ext uri="{9D8B030D-6E8A-4147-A177-3AD203B41FA5}">
                      <a16:colId xmlns:a16="http://schemas.microsoft.com/office/drawing/2014/main" val="1275152674"/>
                    </a:ext>
                  </a:extLst>
                </a:gridCol>
                <a:gridCol w="1787527">
                  <a:extLst>
                    <a:ext uri="{9D8B030D-6E8A-4147-A177-3AD203B41FA5}">
                      <a16:colId xmlns:a16="http://schemas.microsoft.com/office/drawing/2014/main" val="2211464851"/>
                    </a:ext>
                  </a:extLst>
                </a:gridCol>
                <a:gridCol w="741236">
                  <a:extLst>
                    <a:ext uri="{9D8B030D-6E8A-4147-A177-3AD203B41FA5}">
                      <a16:colId xmlns:a16="http://schemas.microsoft.com/office/drawing/2014/main" val="1306661435"/>
                    </a:ext>
                  </a:extLst>
                </a:gridCol>
                <a:gridCol w="1782973">
                  <a:extLst>
                    <a:ext uri="{9D8B030D-6E8A-4147-A177-3AD203B41FA5}">
                      <a16:colId xmlns:a16="http://schemas.microsoft.com/office/drawing/2014/main" val="603143939"/>
                    </a:ext>
                  </a:extLst>
                </a:gridCol>
                <a:gridCol w="1674611">
                  <a:extLst>
                    <a:ext uri="{9D8B030D-6E8A-4147-A177-3AD203B41FA5}">
                      <a16:colId xmlns:a16="http://schemas.microsoft.com/office/drawing/2014/main" val="2858428363"/>
                    </a:ext>
                  </a:extLst>
                </a:gridCol>
                <a:gridCol w="1114588">
                  <a:extLst>
                    <a:ext uri="{9D8B030D-6E8A-4147-A177-3AD203B41FA5}">
                      <a16:colId xmlns:a16="http://schemas.microsoft.com/office/drawing/2014/main" val="138745712"/>
                    </a:ext>
                  </a:extLst>
                </a:gridCol>
              </a:tblGrid>
              <a:tr h="651729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Sr.</a:t>
                      </a:r>
                      <a:endParaRPr lang="en-IN" sz="1400" dirty="0">
                        <a:effectLst/>
                      </a:endParaRPr>
                    </a:p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No's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Parameter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Unit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Before Filtration (Sample</a:t>
                      </a:r>
                      <a:r>
                        <a:rPr lang="en-US" sz="1400" spc="-95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A)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After Filtration (Sample</a:t>
                      </a:r>
                      <a:r>
                        <a:rPr lang="en-US" sz="1400" spc="-9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B)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Permissible </a:t>
                      </a:r>
                      <a:r>
                        <a:rPr lang="en-US" sz="1400" dirty="0">
                          <a:effectLst/>
                        </a:rPr>
                        <a:t>Limit (for </a:t>
                      </a:r>
                      <a:r>
                        <a:rPr lang="en-US" sz="1400" spc="-20" dirty="0">
                          <a:effectLst/>
                        </a:rPr>
                        <a:t>Non-potable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6635772"/>
                  </a:ext>
                </a:extLst>
              </a:tr>
              <a:tr h="217243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pH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–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6.83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7.05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>
                          <a:effectLst/>
                        </a:rPr>
                        <a:t>6.5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–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8.5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14147414"/>
                  </a:ext>
                </a:extLst>
              </a:tr>
              <a:tr h="217243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Turbidity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NTU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58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6.5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&lt;10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22414533"/>
                  </a:ext>
                </a:extLst>
              </a:tr>
              <a:tr h="417158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96000"/>
                        </a:lnSpc>
                        <a:buNone/>
                      </a:pPr>
                      <a:r>
                        <a:rPr lang="en-US" sz="1400" spc="-10" dirty="0">
                          <a:effectLst/>
                        </a:rPr>
                        <a:t>TDS</a:t>
                      </a:r>
                      <a:r>
                        <a:rPr lang="en-US" sz="1400" spc="-110" dirty="0">
                          <a:effectLst/>
                        </a:rPr>
                        <a:t> </a:t>
                      </a:r>
                      <a:r>
                        <a:rPr lang="en-US" sz="1400" spc="-10" dirty="0">
                          <a:effectLst/>
                        </a:rPr>
                        <a:t>(Total Dissolved Solids)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 dirty="0">
                          <a:effectLst/>
                        </a:rPr>
                        <a:t>mg/L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950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480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&lt;2000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636564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10"/>
                        </a:lnSpc>
                        <a:buNone/>
                      </a:pPr>
                      <a:r>
                        <a:rPr lang="en-US" sz="1400" spc="-25" dirty="0">
                          <a:effectLst/>
                        </a:rPr>
                        <a:t>BOD</a:t>
                      </a:r>
                      <a:r>
                        <a:rPr lang="en-US" sz="1400" spc="-20" dirty="0">
                          <a:effectLst/>
                        </a:rPr>
                        <a:t>(Biochemical </a:t>
                      </a:r>
                      <a:r>
                        <a:rPr lang="en-US" sz="1400" spc="-10" dirty="0">
                          <a:effectLst/>
                        </a:rPr>
                        <a:t>Oxygen Demand)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120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25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&lt;30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35555932"/>
                  </a:ext>
                </a:extLst>
              </a:tr>
              <a:tr h="574922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COD</a:t>
                      </a:r>
                      <a:r>
                        <a:rPr lang="en-US" sz="1400" spc="-20" dirty="0">
                          <a:effectLst/>
                        </a:rPr>
                        <a:t>(Chemical </a:t>
                      </a:r>
                      <a:r>
                        <a:rPr lang="en-US" sz="1400" spc="-10" dirty="0">
                          <a:effectLst/>
                        </a:rPr>
                        <a:t>Oxygen</a:t>
                      </a:r>
                      <a:endParaRPr lang="en-IN" sz="1400" dirty="0">
                        <a:effectLst/>
                      </a:endParaRPr>
                    </a:p>
                    <a:p>
                      <a:pPr marL="71120" algn="ctr">
                        <a:lnSpc>
                          <a:spcPts val="1535"/>
                        </a:lnSpc>
                        <a:buNone/>
                      </a:pPr>
                      <a:r>
                        <a:rPr lang="en-US" sz="1400" spc="-10" dirty="0">
                          <a:effectLst/>
                        </a:rPr>
                        <a:t>Demand)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280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65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 dirty="0">
                          <a:effectLst/>
                        </a:rPr>
                        <a:t>&lt;100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95338701"/>
                  </a:ext>
                </a:extLst>
              </a:tr>
              <a:tr h="300051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1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DO</a:t>
                      </a:r>
                      <a:r>
                        <a:rPr lang="en-US" sz="1400" spc="-95">
                          <a:effectLst/>
                        </a:rPr>
                        <a:t> </a:t>
                      </a:r>
                      <a:r>
                        <a:rPr lang="en-US" sz="1400" spc="-10">
                          <a:effectLst/>
                        </a:rPr>
                        <a:t>(Dissolved Oxygen)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2.1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6.4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 dirty="0">
                          <a:effectLst/>
                        </a:rPr>
                        <a:t>&gt;4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65242340"/>
                  </a:ext>
                </a:extLst>
              </a:tr>
              <a:tr h="413796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56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Hardness</a:t>
                      </a:r>
                      <a:r>
                        <a:rPr lang="en-US" sz="1400" spc="-65">
                          <a:effectLst/>
                        </a:rPr>
                        <a:t> </a:t>
                      </a:r>
                      <a:r>
                        <a:rPr lang="en-US" sz="1400" spc="-25">
                          <a:effectLst/>
                        </a:rPr>
                        <a:t>(as</a:t>
                      </a:r>
                      <a:endParaRPr lang="en-IN" sz="1400">
                        <a:effectLst/>
                      </a:endParaRPr>
                    </a:p>
                    <a:p>
                      <a:pPr marL="71120" algn="ctr">
                        <a:lnSpc>
                          <a:spcPts val="1565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CaCO₃)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>
                          <a:effectLst/>
                        </a:rPr>
                        <a:t>mg/L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410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5">
                          <a:effectLst/>
                        </a:rPr>
                        <a:t>190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20" dirty="0">
                          <a:effectLst/>
                        </a:rPr>
                        <a:t>&lt;500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24015047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50">
                          <a:effectLst/>
                        </a:rPr>
                        <a:t>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Odour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50">
                          <a:effectLst/>
                        </a:rPr>
                        <a:t>–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10">
                          <a:effectLst/>
                        </a:rPr>
                        <a:t>Unpleasant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10" dirty="0">
                          <a:effectLst/>
                        </a:rPr>
                        <a:t>Odourless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1600"/>
                        </a:lnSpc>
                        <a:buNone/>
                      </a:pPr>
                      <a:r>
                        <a:rPr lang="en-US" sz="1400" spc="-50" dirty="0">
                          <a:effectLst/>
                        </a:rPr>
                        <a:t>–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12172448"/>
                  </a:ext>
                </a:extLst>
              </a:tr>
              <a:tr h="217243"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 dirty="0">
                          <a:effectLst/>
                        </a:rPr>
                        <a:t>9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 dirty="0">
                          <a:effectLst/>
                        </a:rPr>
                        <a:t>Color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>
                          <a:effectLst/>
                        </a:rPr>
                        <a:t>–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Greyish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10">
                          <a:effectLst/>
                        </a:rPr>
                        <a:t>Clear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buNone/>
                      </a:pPr>
                      <a:r>
                        <a:rPr lang="en-US" sz="1400" spc="-50" dirty="0">
                          <a:effectLst/>
                        </a:rPr>
                        <a:t>–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421579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4BE617-FC27-EE75-130D-CA3E12276D9A}"/>
              </a:ext>
            </a:extLst>
          </p:cNvPr>
          <p:cNvSpPr txBox="1"/>
          <p:nvPr/>
        </p:nvSpPr>
        <p:spPr>
          <a:xfrm>
            <a:off x="2035122" y="6488668"/>
            <a:ext cx="6016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water samples before and after Filtration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192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E209-9CF1-2AD3-B858-9EBAA27F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D426-C7B9-7B5A-586D-6EA96C4C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410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Filtration system effectively removes suspended and dissolved impurities.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in pH indicates better water stability.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BOD and COD shows decreased organic pollution.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proves efficient and reliable.</a:t>
            </a:r>
          </a:p>
          <a:p>
            <a:pPr marL="82296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reduction in impurities and pollutants.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TDS reduced from 950 mg/L to 480 mg/L.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 reduced from 120 mg/L to 25 mg/L.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 reduced from 280 mg/L to 65 mg/L.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 stabilized from 6.83 to 7.05 (near neutral).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became clear, odorless and suitable for reuse.</a:t>
            </a:r>
          </a:p>
          <a:p>
            <a:pPr marL="82296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B40E2-A61D-E4BB-7CD0-94FB56618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0B57-445B-FA9D-658B-E13F17EE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5196-3E35-2F93-92F3-AF001BC22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Conclusion &amp; Future Work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5EFBB-EA43-E708-7935-0963BD28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642" y="1407600"/>
            <a:ext cx="7406640" cy="5450400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Conclusions: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Greywater treatment is a cost-effective and eco-friendly method of water conservation.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fresh water demand by reusing up to 70% of household wastewater.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treated water is suitable for non-potable uses such as flushing, irrigation, and cleaning.</a:t>
            </a:r>
          </a:p>
          <a:p>
            <a:pPr marL="370332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water management at household and community levels.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in greywater treatment systems.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filtration efficiency with advanced materials.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compact, modular, and portable designs.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IoT-based monitoring for water quality testing.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Recover useful resources like nutrients during treatment.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Government policies and awareness campaigns for adoption.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39B26-CED1-BB41-57AE-DA1A0EC9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46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30C7-18C6-E346-27F7-FBCC0F0E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C67C-F371-AAD0-0211-CDDED8F54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Acknowledgements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ECECE-7E6C-6FB3-7B7D-79417927E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52" y="1407599"/>
            <a:ext cx="7406640" cy="5023851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express my sincere and heartfelt gratitude to my respected guide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Pratish Kannaujiya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&amp; Incubation Manager (BIC), Department of Civil Engineering, for his constant guidance, valuable suggestions, motivation, and continuous support throughout the completion of this research work.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highly thankful to our Head of Department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Baijnath Nishad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the necessary facilities and academic support.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extend my heartfelt thanks to the Research Head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Ankur Kumar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guidance and valuable suggestions.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also like to express my sincere thanks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Buddha Institute of Technology, Gorakhpur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providing a supportive academic environment, necessary resources, and infrastructure facilities which made this research work possible. I am also thankful to the Department of Civil Engineering for their cooperation and support.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AC4D2-53D6-CF00-A185-369DE857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1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22D9-E11C-5458-3D9F-E3F4665C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0733-8E58-A4C8-C37E-DFE4537C2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49"/>
            <a:ext cx="7162800" cy="70690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References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455DF-C4B2-A682-B4EC-9A7198095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52" y="1407600"/>
            <a:ext cx="7406640" cy="5450400"/>
          </a:xfrm>
        </p:spPr>
        <p:txBody>
          <a:bodyPr>
            <a:normAutofit/>
          </a:bodyPr>
          <a:lstStyle/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Akbari, Z., et al. (2025)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design of a hybrid system composed of coagulation process and multi-stage filtration unit for on-site treatment of greywater in rural area.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Water Science (Springer)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View Article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Oteng-Peprah, M., et al. (2018)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Greywater characteristics, treatment systems, reuse strategies and user perception – A review.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Water, Air, &amp; Soil Pollution (Springer)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https://link.springer.com/article/10.1007/s11270-018-3909-8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Shaikh, I. N., &amp; Ahammed, M. M. (2022)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Granular media filtration for on-site treatment of greywater: A review.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Science &amp; Technology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https://pubmed.ncbi.nlm.nih.gov/36358042/</a:t>
            </a:r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3182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Spychała, M., et al. (2019)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volatile solids from greywater using sand filters.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 (MDPI)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https://www.mdpi.com/2076-3417/9/4/770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13182" indent="-285750"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573B1-9ABF-BB62-E9EC-653CC14D48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09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3873-A732-D926-FCA6-7460609C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8AC15F-A7E2-F31F-4A53-A09C7E20B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2362200"/>
            <a:ext cx="7406640" cy="1240464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</a:rPr>
              <a:t>Thank You</a:t>
            </a:r>
          </a:p>
          <a:p>
            <a:pPr algn="ctr"/>
            <a:endParaRPr lang="en-US" sz="72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22CEB-3A3E-CBC1-B344-320EFE80B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92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265</TotalTime>
  <Words>1598</Words>
  <Application>Microsoft Office PowerPoint</Application>
  <PresentationFormat>On-screen Show (4:3)</PresentationFormat>
  <Paragraphs>251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Gill Sans MT</vt:lpstr>
      <vt:lpstr>Times New Roman</vt:lpstr>
      <vt:lpstr>Verdana</vt:lpstr>
      <vt:lpstr>Wingdings</vt:lpstr>
      <vt:lpstr>Wingdings 2</vt:lpstr>
      <vt:lpstr>Solstice</vt:lpstr>
      <vt:lpstr>1st National Conference on Sustainable Civil Engineering &amp; Geospatial Technologies: Materials &amp; Innovations for Climate Resilience (NCRT-SCE 2026)   Buddha Institute of  Technology  GIDA, Gorakhpur    Date of Conference: 15th – 16th April 2026</vt:lpstr>
      <vt:lpstr>Contents</vt:lpstr>
      <vt:lpstr>Introduction</vt:lpstr>
      <vt:lpstr>Problem Statement</vt:lpstr>
      <vt:lpstr>Objectives</vt:lpstr>
      <vt:lpstr>Literature Survey</vt:lpstr>
      <vt:lpstr> Proposed Solution  </vt:lpstr>
      <vt:lpstr>Cont....</vt:lpstr>
      <vt:lpstr>Cont....</vt:lpstr>
      <vt:lpstr>Results &amp; Analysis</vt:lpstr>
      <vt:lpstr>Cont....</vt:lpstr>
      <vt:lpstr>Cont....</vt:lpstr>
      <vt:lpstr>Conclusion &amp; Future Work</vt:lpstr>
      <vt:lpstr>Acknowledgements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National Conference on Recent Trends in Science, Engineering and Technology (RTSET-2026)   Buddha Institute of  Technology , GIDA, Gorakhpur    Date of Conference: 27th – 28th March, 2026</dc:title>
  <dc:creator>office</dc:creator>
  <cp:lastModifiedBy>Shivam Prajapati</cp:lastModifiedBy>
  <cp:revision>20</cp:revision>
  <dcterms:created xsi:type="dcterms:W3CDTF">2006-08-16T00:00:00Z</dcterms:created>
  <dcterms:modified xsi:type="dcterms:W3CDTF">2026-04-13T09:01:01Z</dcterms:modified>
</cp:coreProperties>
</file>